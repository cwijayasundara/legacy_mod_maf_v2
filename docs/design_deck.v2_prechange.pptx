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109728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BD0E6"/>
                </a:solidFill>
                <a:latin typeface="Calibri"/>
              </a:rPr>
              <a:t>LEGACY MODERNIZATION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 cartridge-driven framework for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AST + Knowledge-Graph + LLM-assisted migration of legacy estates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3E6E"/>
                </a:solidFill>
                <a:latin typeface="Calibri"/>
              </a:rPr>
              <a:t>Generic platform design  ·  Two sample cartridges  ·  Pilot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Canonical pattern:  source code  →  AST  →  LLM (comprehension)  →  Knowledge Graph  →  LLM (synthesis)  →  generated code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1.  AWS Lambda (Python / Node / TS / Java / C#)  →  Azure Functions (Python v2 model)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2.  COBOL + JCL + DB2 + CICS  →  Java 25 LTS / Spring Boot 4.0.5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Built on Microsoft Agent Framework  ·  Multi-provider LLM (OpenAI / Anthropic / Azure / Ollama)  ·  Budget-gated  ·  Compile + dual-run 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Legacy Modernization Platform  ·  Design Deck  · 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What's in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Five parts. Read sequentially, or jump to the cartridge that matches your estate.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32907" cy="3429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3290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3290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Generic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158587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Part 1 — Problem &amp; the canonical pattern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Why legacy modernization is hard.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What LLMs alone can't do.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→ AST → LLM → KG → LLM → code as the spine.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Design alternatives considered.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Influences from Fowler / Thoughtworks / Anthropic.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Part 2 — Platform architecture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Cartridge model, six pipeline stages,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two distinct LLM passes (comprehension + synthesis),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budget tracker, checkpoints, cross-unit API injection.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Part 5 — Validation, results, roadmap, references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Compile gate + dual-run equivalence,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pilot numbers, near-term hardening, next cartridges.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1587" y="1645920"/>
            <a:ext cx="5432907" cy="3429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1587" y="1645920"/>
            <a:ext cx="543290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1587" y="1645920"/>
            <a:ext cx="543290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Two sample cartridges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48840"/>
            <a:ext cx="5158587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Part 3 — AWS Lambda  →  Azure Functions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Polyglot source (Python / Node / TS / Java / C#),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deterministic recipes for the mechanical work,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LLM only for residuals and AWS→Azure mapping.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Part 4 — COBOL + JCL + DB2 + CICS  →  Java 25 / Spring Boot 4.0.5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Three target styles (batch / CICS / subroutine),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data-dictionary rendering with PIC → Java types,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cross-unit API injection so callers see the real callee API,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dual-run equivalence harness (GnuCOBOL × JVM).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49240"/>
            <a:ext cx="11277295" cy="73152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77295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BBD0E6"/>
                </a:solidFill>
                <a:latin typeface="Calibri"/>
              </a:rPr>
              <a:t>THE SPINE OF THIS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127729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source code  →  AST  →  LLM₁  (comprehension)  →  Knowledge Graph  →  LLM₂  (synthesis)  →  generated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1 — PROBLEM &amp;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Why modernizing legacy estates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The artefacts you're migrating are alive, entangled, and under-documented.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estate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Scale &amp; heterogeneity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Tens of thousands of artefacts per enterprise.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Multiple languages, dialects, tribal extensions.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Coupling you can't see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Implicit contracts: COMMAREA, COMP-3, DD cards.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Shared copybooks, JCL step ordering, CICS transaction maps.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Lost knowledge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Authors have retired; specs don't exist.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Only the code tells the truth — and only structurally.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Correctness bar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Dual-run against prod inputs is the acceptance criterion,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not “looks right” to a reviewer.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Cost predictability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 multi-year migration needs a per-unit cost model,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or it stops at the first invoice.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this means for tooling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Per-file refactors don't scale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Cross-unit dependencies dominate the difficulty.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You need a model of the whole estate, not a file at a time.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Determinism where possible, LLM where necessary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Most mechanical work (imports, signatures, idiom remap)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is solvable by parsers + recipes, not by tokens.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Reasoning is the LLM's actual job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Inferring intent from undocumented code,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and emitting modern equivalents that compile and pass.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Auditability isn't optional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Every translation needs a paper trail: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tokens, cost, prompt, verdict, rollback 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1  ·  The estate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1 — PROBLEM &amp;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Why LLMs alone aren't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Naive prompting fails on cost, correctness, and consistency long before it fails on capability.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Context blindness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One file at a time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LLM sees a snippet; misses cross-program coupling,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shared copybooks, transitive CALL chains.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Hallucinated signatures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Invents DTO names, method signatures, field types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that don't match the real callee on disk.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No working memory of the estate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Re-derives the same insight per file —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 cumulative model of the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 deterministic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Same input  →  different output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Run-to-run variance defeats diff-based review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and regression triage.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Reviewer can't be the model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If the same model that wrote the code reviews it,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the verdict is decoration not signal.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Rollback is impossible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Without snapshots and verdict gating,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 bad attempt poisons the whole module.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8276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Cost &amp; correctness can't be hand-waved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Bills are non-linear in file size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One naive prompt × 50K files = a five-figure run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with no cap or halt.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Compiles ≠ correct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Code that builds is not code that does the same thing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— behavioural equivalence is the only acceptance bar.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No budget = no progress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Without per-call accounting and a hard USD cap,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leadership won't approve scaling beyond a pilot.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1  ·  Why LLMs alone aren't enough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1 — PROBLEM &amp;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The canonical pattern: code  →  AST  →  LLM  →  KG  →  LLM  →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Two LLM passes, each with a distinct job. Deterministic stages between them carry ground truth so the LLM never invents what can be derived.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574749" cy="1097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574749" cy="109728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Source code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legacy estate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(.cbl / .py / .ts / .java)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40529" y="216712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97709" y="1691640"/>
            <a:ext cx="1574749" cy="1097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7709" y="1691640"/>
            <a:ext cx="1574749" cy="109728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AST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language adapters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parse → typed nodes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81038" y="216712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691640"/>
            <a:ext cx="1574749" cy="10972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691640"/>
            <a:ext cx="1574749" cy="109728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LLM₁  comprehension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FFFFFF"/>
                </a:solidFill>
                <a:latin typeface="Calibri"/>
              </a:rPr>
              <a:t>post-order DFS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summary per node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1547" y="216712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1691640"/>
            <a:ext cx="1574749" cy="1097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691640"/>
            <a:ext cx="1574749" cy="109728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Knowledge Graph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typed nodes + edges,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business spec, CRUD matrix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2056" y="216712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9236" y="1691640"/>
            <a:ext cx="1574749" cy="10972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9236" y="1691640"/>
            <a:ext cx="1574749" cy="109728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LLM₂  synthesis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FFFFFF"/>
                </a:solidFill>
                <a:latin typeface="Calibri"/>
              </a:rPr>
              <a:t>translator agents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emit target code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02565" y="216712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59745" y="1691640"/>
            <a:ext cx="1574749" cy="1097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9745" y="1691640"/>
            <a:ext cx="1574749" cy="109728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Generated code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compile gate +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dual-run equivalence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5501487" cy="3154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0040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Why two LLM passes (and not one)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03320"/>
            <a:ext cx="5227167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LLM₁ reasons about the existing system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Job: distil intent. Output: per-node prose summary.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Cheap model, small token budget, lossy on purpose.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LLM₂ generates the new system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Job: produce target code. Output: compileable files.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Stronger model, larger budget, lossless on contracts.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The KG sits between them as ground truth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Inputs / outputs / signatures / call edges are derived,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not hallucinated. The LLM never invents what's a fact.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3007" y="3200400"/>
            <a:ext cx="5501487" cy="3154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007" y="3200400"/>
            <a:ext cx="550148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3007" y="320040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sits on each arrow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3703320"/>
            <a:ext cx="5227167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code → AST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tree-sitter where a grammar exists; regex fallback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for fixed-format COBOL / JCL / EXEC SQL / EXEC CICS.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AST → LLM₁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Per-node prompts: paragraph / section / file / program.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Cached by node hash so unchanged code isn't re-summarised.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LLM₁ → KG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llm_summary + embedding land on each KGNode.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Business spec rendered = LLM intent + deterministic contract.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KG → LLM₂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Spec + data dictionary + callee APIs assembled per unit;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wave ordering ensures callees ship before callers.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LLM₂ → code, code → verify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mvn compile + dual-run gate the result;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fail rolls back to last verified snapshot.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1  ·  The canonical pattern  (north star for the rest of this deck)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1 — PROBLEM &amp;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Two LLM passes, two prompt strategies, two budgets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LLM₁ (comprehension) and LLM₂ (synthesis) look superficially similar but diverge on every dimension that matters: cost, prompt shape,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4510918"/>
                <a:gridCol w="4510918"/>
              </a:tblGrid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LLM₁  ·  Comprehension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LLM₂  ·  Synthesis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Distil what the code does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Emit equivalent target code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One AST node + child summaries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Business spec + data dict + callee APIs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Output shape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Markdown prose, ≤200 tokens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Fenced code blocks with `path=` headers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Model preference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Cheap, fast (gpt-5-mini / haiku)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Strong (gpt-5 / sonnet / opus)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Token budget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1–4k per call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8–16k per call (role-keyed)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Caching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Hash by node bytes; reused run-to-run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No cache — every retry is a fresh attempt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Vague summary  →  reviewer rejects spec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Wrong API / hallucinated symbol  →  mvn fails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Evaluation gate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Spec parser + KG-validation rules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mvn compile + dual-run + reviewer JSON verdict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Where it lives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platform_core/comprehension/summarizer.py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cartridges/&lt;id&gt;/translator.py + prompts/translator_*.md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Concurrency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Embarrassingly parallel across leaves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Wave-bounded (callees first); `MAX_PARALLEL`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1  ·  Two LLM passes  ·  schema-driven prompts on both 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1 — PROBLEM &amp;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Design alternatives: why we chose AST + KG + two-LLM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Five patterns we evaluated. Only the canonical one delivers cost predictability AND cross-unit correctness AND auditability.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3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417"/>
                <a:gridCol w="2460500"/>
                <a:gridCol w="2050417"/>
                <a:gridCol w="3280667"/>
                <a:gridCol w="1435292"/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falls short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A. Naive LLM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paste-the-file, ask for target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fast to prototype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 cross-unit reasoning · hallucinated APIs · O(N²) cost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B. RAG over codebase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embed code, retrieve, prompt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handles larger estates than A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still LLM-only synthesis · no deterministic contract · no compile gate built in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C. AST-only / rule rewrite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parsers + recipes only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cheap, deterministic, auditable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can't bridge paradigm shifts (COBOL→Spring Batch, Lambda→Functions binding)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Used inside Stage 5 (recipes); insufficient as a whole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D. KG-only (no LLM)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static analysis + templated codegen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deterministic and traceable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templates fail on tribal extensions and edge cases the KG can't classify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Insufficient on real corpora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E. AST + LLM (no KG)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summarise files, then translate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captures intent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 cross-unit ordering · no callee-API ground truth · no business spec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Closer; but still hallucinates callee shape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F. AST + KG + two-LLM  (chosen)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the canonical pattern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wave-ordered, deterministic contracts, LLM only where reasoning is needed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more moving parts; pays for itself by ~10–20 units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Adopted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1  ·  Design alternatives considered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1 — PROBLEM &amp;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Influences: what we took from Fowler / Thoughtworks / Anthropic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Each reference shapes a specific stage of the canonical pipeline. Full URLs on the references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5542"/>
                <a:gridCol w="4305876"/>
                <a:gridCol w="4305876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Pattern we adopted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 lives in our code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Fowler — Legacy Modernization meets Generative AI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AST → KG → post-order DFS summaries → business spec.
CRUD matrix + Feathers-style seams over the KG.
Dual-run equivalence as the acceptance bar.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platform_core/kg/  ·  comprehension/summarizer.py
comprehension/business_spec.py  ·  pipeline/crud.py
platform_core/dualrun/  ·  kg/render.py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Fowler / Thoughtworks — Uncovering Mainframe Seams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Seam ranking via coupling on the KG.
Program × resource matrix as the seam-finding lens.
Characterisation tests = dual-run fixtures.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pipeline/crud.py (seam ranking)
pilot/run_pilot.py (seam-aware wave assembly)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Thoughtworks — Claude Code for COBOL Modernization (2025)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Structured spec beats raw code.
Target-style differentiation per program.
Compile gate is non-negotiable; human-in-loop at review.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cartridges/cobol_to_java25_springboot/
  target_style.py  ·  prompts/translator_*.md
  prompts/reviewer.md  ·  verify_unit() in cartridge.py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Anthropic — How AI helps break the cost barrier for COBOL modernization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Agentic retry loops over structured JSON verdicts.
Bounded-budget multi-agent orchestration.
Callee-before-caller ordering for ground-truth APIs.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platform_core/maf_workflows/budget.py
unit_worker.py  (retry + snapshot rollback)
cartridge._collect_migrated_callee_apis()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Fowler / Feathers canon — Refactoring · Working Effectively with Legacy Code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Seams as refactoring pivots.
Characterisation-test mindset → dual-run fixtures.
Avoid premature abstraction → cartridge isolation.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platform_core/dualrun/fixtures.py · verdict.py
platform_core/cartridge/  (narrow hook surface)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1  ·  Influences  ·  explicit citations on the references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Architecture at a glance: six stages, two LLM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One generic pipeline. Cartridges plug into every stage without touching core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574749" cy="853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574749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1 · Parse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language adapters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file  →  AST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40529" y="19994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97709" y="1645920"/>
            <a:ext cx="1574749" cy="853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7709" y="1645920"/>
            <a:ext cx="1574749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2 · Graph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AST  →  typed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KG nodes + edges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81038" y="19994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645920"/>
            <a:ext cx="1574749" cy="85344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645920"/>
            <a:ext cx="1574749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· LLM₁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FFFFFF"/>
                </a:solidFill>
                <a:latin typeface="Calibri"/>
              </a:rPr>
              <a:t>DFS post-order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summary per node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1547" y="19994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1645920"/>
            <a:ext cx="1574749" cy="853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645920"/>
            <a:ext cx="1574749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4 · Plan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topological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waves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2056" y="19994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9236" y="1645920"/>
            <a:ext cx="1574749" cy="853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9236" y="1645920"/>
            <a:ext cx="1574749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 · LLM₂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FFFFFF"/>
                </a:solidFill>
                <a:latin typeface="Calibri"/>
              </a:rPr>
              <a:t>translator + reviewer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+ verify loop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02565" y="19994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59745" y="1645920"/>
            <a:ext cx="1574749" cy="853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9745" y="1645920"/>
            <a:ext cx="1574749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6 · Verify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mvn compile +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dual-run 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36520"/>
            <a:ext cx="11277295" cy="10972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36520"/>
            <a:ext cx="11277295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3E6E"/>
                </a:solidFill>
                <a:latin typeface="Calibri"/>
              </a:rPr>
              <a:t>Cartridge interface  ·  the plugin boundary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48000"/>
            <a:ext cx="150653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093720"/>
            <a:ext cx="14150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Menlo"/>
              </a:rPr>
              <a:t>adapters()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280"/>
                </a:solidFill>
                <a:latin typeface="Calibri"/>
              </a:rPr>
              <a:t>file  →  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6619" y="3048000"/>
            <a:ext cx="150653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2339" y="3093720"/>
            <a:ext cx="14150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Menlo"/>
              </a:rPr>
              <a:t>unit_classifier()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280"/>
                </a:solidFill>
                <a:latin typeface="Calibri"/>
              </a:rPr>
              <a:t>files  →  units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4598" y="3048000"/>
            <a:ext cx="150653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0318" y="3093720"/>
            <a:ext cx="14150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Menlo"/>
              </a:rPr>
              <a:t>grapher_hints()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280"/>
                </a:solidFill>
                <a:latin typeface="Calibri"/>
              </a:rPr>
              <a:t>cross-unit edges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2577" y="3048000"/>
            <a:ext cx="150653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88297" y="3093720"/>
            <a:ext cx="14150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Menlo"/>
              </a:rPr>
              <a:t>recipes()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280"/>
                </a:solidFill>
                <a:latin typeface="Calibri"/>
              </a:rPr>
              <a:t>deterministic</a:t>
            </a:r>
          </a:p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transforms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0556" y="3048000"/>
            <a:ext cx="150653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6276" y="3093720"/>
            <a:ext cx="14150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Menlo"/>
              </a:rPr>
              <a:t>translator_agents()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280"/>
                </a:solidFill>
                <a:latin typeface="Calibri"/>
              </a:rPr>
              <a:t>LLM₂ prompts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38535" y="3048000"/>
            <a:ext cx="150653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84255" y="3093720"/>
            <a:ext cx="14150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Menlo"/>
              </a:rPr>
              <a:t>build_request()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280"/>
                </a:solidFill>
                <a:latin typeface="Calibri"/>
              </a:rPr>
              <a:t>per-unit prompt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36514" y="3048000"/>
            <a:ext cx="150653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82234" y="3093720"/>
            <a:ext cx="14150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Menlo"/>
              </a:rPr>
              <a:t>verify_unit()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6B7280"/>
                </a:solidFill>
                <a:latin typeface="Calibri"/>
              </a:rPr>
              <a:t>compile + dual-run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008120"/>
            <a:ext cx="11277295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008120"/>
            <a:ext cx="11277295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Cross-cutting concerns  ·  apply at every stage of the canonical pipeline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02480"/>
            <a:ext cx="153266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602480"/>
            <a:ext cx="153266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Calibri"/>
              </a:rPr>
              <a:t>budget tracker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81305" y="4602480"/>
            <a:ext cx="153266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81305" y="4602480"/>
            <a:ext cx="153266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Calibri"/>
              </a:rPr>
              <a:t>per-call cost accounting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5410" y="4602480"/>
            <a:ext cx="153266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05410" y="4602480"/>
            <a:ext cx="153266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Calibri"/>
              </a:rPr>
              <a:t>checkpoints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29515" y="4602480"/>
            <a:ext cx="153266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29515" y="4602480"/>
            <a:ext cx="153266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Calibri"/>
              </a:rPr>
              <a:t>snapshot-rollback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53620" y="4602480"/>
            <a:ext cx="153266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3620" y="4602480"/>
            <a:ext cx="153266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Calibri"/>
              </a:rPr>
              <a:t>agent factory (multi-provider)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77725" y="4602480"/>
            <a:ext cx="153266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725" y="4602480"/>
            <a:ext cx="153266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Calibri"/>
              </a:rPr>
              <a:t>retry loop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01830" y="4602480"/>
            <a:ext cx="1532665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01830" y="4602480"/>
            <a:ext cx="153266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F3E6E"/>
                </a:solidFill>
                <a:latin typeface="Calibri"/>
              </a:rPr>
              <a:t>observability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Architecture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The cartridge: one migration family per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 `MigrationCartridge` is a Python class that exposes the hooks the pipeline calls. Nothing else in the codebase needs to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498079" cy="4572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7223759" cy="438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from maf_generic_migrator_v1.platform_core.cartridge import (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AgentSpec, MigrationCartridge,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class CobolToJava25SpringBoot(MigrationCartridge):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id = "cobol_to_java25_springboot"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description = "COBOL (batch + CICS + DB2) → Java 25 LTS / Spring Boot 4.0.5"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# --- Stage 1: Parse ----------------------------------------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def adapters(self):                  # file  →  AST nodes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return {"cobol": CobolAdapter()}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# --- Stages 2 &amp; 4: KG + Plan -------------------------------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def unit_classifier(self, repo_root):  ...   # files  →  units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def grapher_hints(self, inventory):    ...   # CALL edges  →  KG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# --- Stage 5: LLM₂ + recipes ------------------------------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def recipes(self):                     ...   # deterministic transforms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def translator_agents(self):  ...            # one spec per target style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def reviewer_agents(self):   ...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async def build_translator_request(    ...   # per-unit prompt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self, item, workdir, cfg, agent_bundles, ...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):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# --- Stage 6: Verify ---------------------------------------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def verify_unit(self, workdir, cfg):   ...   # mvn compile + dual-run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59" y="1691640"/>
            <a:ext cx="3596336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59" y="1691640"/>
            <a:ext cx="3596336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1691640"/>
            <a:ext cx="3596336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Why this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194560"/>
            <a:ext cx="3322016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Narrow surface area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Fewer than 20 hooks; most are optional.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Mapped to the canonical pattern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Each hook fires at a specific pipeline stage,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not a free-for-all.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Conformance-tested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Platform ships a contract test suite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every cartridge must pass.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Drop-in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New cartridge = one directory.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`.env CARTRIDGE=&lt;id&gt;` selects it.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Isolated blast radius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 bug in one cartridge can't break others.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 shared mutable state across cartridges.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Cartridge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Stage 1 — Parse: source code  →  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Language adapters walk the tree, parse per-file, and emit AST nodes ready for KG construction.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Adapter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One adapter per source language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`.cbl` / `.cpy`  →  CobolAdapter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`.py` / `.ts` / `.java` / `.cs`  →  language-specific adapters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Parsing strategy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tree-sitter where a grammar exists.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Regex fallback for fixed-format COBOL,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EXEC SQL, EXEC CICS, JCL DD cards.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lands per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Typed AST nodes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Program, Section, Paragraph, Statement, Field,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Record, File, SqlBlock, TxnCall, ExternalCall.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Source spans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(file, start_line, end_line) on every node — round-trips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back to the original code for diff and 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8276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Discovery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UnitIR list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Each unit = one coherent translation target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(one Maven module per COBOL program,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one Azure Function per Lambda handler).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Unparseable files surfaced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Adapter warnings flagged early —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never a silent drop.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Ready for the grapher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Cartridge `grapher_hints()` adds cross-unit edges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Stage 1 — Parse  ·  source code → AST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Stage 2 — Knowledge Graph: typed nodes + typed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Backed by NetworkX; rendered as DOT or Mermaid on demand. Schema follows the Fowler CodeConcise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501487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3E6E"/>
                </a:solidFill>
                <a:latin typeface="Calibri"/>
              </a:rPr>
              <a:t>Node kinds  ·  structural artefacts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645920"/>
            <a:ext cx="5501487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3E6E"/>
                </a:solidFill>
                <a:latin typeface="Calibri"/>
              </a:rPr>
              <a:t>Edge kinds  ·  relationships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550148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853"/>
                <a:gridCol w="3929633"/>
              </a:tblGrid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Represents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One COBOL program / Lambda handler / etc.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COBOL SECTION or logical block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paragraph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Paragraph / function / method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statement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Single statement (PERFORM, MOVE, IF, …)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Single data field with PIC / type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record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FD / 01-level group item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Opened file (FD) or storage handle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copybook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COBOL copybook (.cpy)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sql_block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EXEC SQL statement (DB2)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txn_call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EXEC CICS transaction invocation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external_call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CALL 'TARGET' / cross-module call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dataset_ref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VSAM / DB2 / IMS handle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0045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job / step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JCL job + step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007" y="2011680"/>
          <a:ext cx="550148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853"/>
                <a:gridCol w="3929633"/>
              </a:tblGrid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Connects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contains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parent → child  (Program → Paragraph → Field)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performs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PERFORM X / PERFORM X THRU Y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caller program → callee program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reads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program → sql_block / file   (CRUD: R)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writes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program → sql_block / file   (CRUD: W)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defined_in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copybook expansion target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redefines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REDEFINES — memory alias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branches_to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GO TO / IF / EVALUATE target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step_of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JCL step → program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dd_of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JCL DD → dataset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Stage 2 — Knowledge Graph schema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Stage 3 — LLM₁  ·  comprehension enriches the KG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Post-order DFS over the KG. Children's summaries feed the parent's prompt. The `llm_summary` and `embedding` fields land on each KGNode.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962851" cy="853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962851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KG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nodes + edges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from Stage 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28631" y="19994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85811" y="1645920"/>
            <a:ext cx="1962851" cy="85344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5811" y="1645920"/>
            <a:ext cx="1962851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Summariser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FFFFFF"/>
                </a:solidFill>
                <a:latin typeface="Calibri"/>
              </a:rPr>
              <a:t>DFS post-order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LLM₁ per node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7242" y="19994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14422" y="1645920"/>
            <a:ext cx="1962851" cy="853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4422" y="1645920"/>
            <a:ext cx="1962851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CRUD matrix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program × data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→ R / W / RW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85853" y="19994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43033" y="1645920"/>
            <a:ext cx="1962851" cy="853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3033" y="1645920"/>
            <a:ext cx="1962851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Seam ranking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coupling score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(Thoughtworks)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14464" y="19994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71644" y="1645920"/>
            <a:ext cx="1962851" cy="853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71644" y="1645920"/>
            <a:ext cx="1962851" cy="8534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Business spec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purpose / IO /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side effects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73680"/>
            <a:ext cx="5501487" cy="3535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77368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7368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Summariser  (LLM₁ mechanics)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276600"/>
            <a:ext cx="5227167" cy="2941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DFS post-order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Leaves first; parents consume already-distilled child summaries.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 15K-LOC program never enters the prompt as raw COBOL.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Cached by node hash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Re-running an unchanged paragraph short-circuits the LLM call.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Cache lives on disk, survives across runs.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Cheap-model territory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1–4k tokens / call, gpt-5-mini / haiku class.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If LLM₁ cost ever rivals LLM₂ cost, the cache is broken.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Output  →  KGNode.llm_summary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What the node does, what it reads/writes, side effects.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Plus an embedding for retrieval at synthesis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2773680"/>
            <a:ext cx="5501487" cy="3535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007" y="2773680"/>
            <a:ext cx="550148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3007" y="277368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Business spec  (rendered output)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3276600"/>
            <a:ext cx="5227167" cy="2941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Purpose / Inputs / Outputs / Side-effects / Invariants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Per unit. Derived from KG + summaries.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 analyst writes this by hand.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Prose vs contract  —  load-bearing split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Prose (Purpose, Invariants) comes from LLM₁.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Contract (Inputs, Outputs) comes from CRUD matrix +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deterministic KG traversal. The LLM is never trusted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to enumerate datasets.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Target-style aware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Batch units list datasets;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subroutines list LINKAGE fields;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CICS units list transaction maps + COMMAREA.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This is what LLM₂ reads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The translator never sees raw COBOL —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only the interpreted intent + the data dictionary.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Stage 3 — LLM₁ comprehension  ·  llm_summary + embedding land on every KGNode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Stage 4 — Plan: topological waves from the KG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Cross-unit edges in the KG drive parallelism. Callees ship before callers so LLM₂ sees the real downstream API.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How waves are computed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Input — cross-unit edges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`grapher_hints()` emits `calls` / `references` edges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between UnitIR objects.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Kahn's algorithm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Top-sort the unit DAG into waves.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Each wave = units whose dependencies all shipped.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Parallelism knob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`MAX_PARALLEL` bounds fan-out per wave.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Cheap units batch, expensive ones serialise.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Ambiguity handling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Calls to units outside the inventory are dropped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(reported, but don't block the plan).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Why this matters for LLM₂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Callees shipped first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When STMTGEN's translator runs, INTCALC's Java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is already on disk — its real API gets inlined into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STMTGEN's prompt (cross-unit API injection).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No hallucinated signatures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Earlier-version runs emitted stub classes with invented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method names. With wave ordering + injection this class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of error disappears entirely.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Cheap early failures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 callee that fails compilation stops its callers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from being attempted — saves token spend.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Deterministic ordering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Same KG  →  same wave layout. Reproducibility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is the prerequisite for regression triage.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Stage 4 — Planner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Stage 5 — LLM₂  ·  unit worker synthesis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Same loop for every cartridge. Bounded retries. Snapshot-rollback on regression. Compiler is authoritative.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574749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574749" cy="7772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Recipes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deterministic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transforms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40529" y="19613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97709" y="1645920"/>
            <a:ext cx="1574749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7709" y="1645920"/>
            <a:ext cx="1574749" cy="7772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Residuals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what recipes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couldn't fix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81038" y="19613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645920"/>
            <a:ext cx="1574749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645920"/>
            <a:ext cx="1574749" cy="7772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Translator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FFFFFF"/>
                </a:solidFill>
                <a:latin typeface="Calibri"/>
              </a:rPr>
              <a:t>LLM₂ agent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emits files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1547" y="19613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1645920"/>
            <a:ext cx="1574749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645920"/>
            <a:ext cx="1574749" cy="7772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Parser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fenced blocks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→ files on disk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2056" y="19613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9236" y="1645920"/>
            <a:ext cx="1574749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9236" y="1645920"/>
            <a:ext cx="1574749" cy="7772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Verify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mvn compile +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dual-run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02565" y="1961388"/>
            <a:ext cx="228600" cy="146304"/>
          </a:xfrm>
          <a:prstGeom prst="rightArrow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59745" y="1645920"/>
            <a:ext cx="1574749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59745" y="1645920"/>
            <a:ext cx="1574749" cy="777240"/>
          </a:xfrm>
          <a:prstGeom prst="rect">
            <a:avLst/>
          </a:prstGeom>
          <a:noFill/>
        </p:spPr>
        <p:txBody>
          <a:bodyPr wrap="square" lIns="45720" rIns="45720" tIns="91440" anchor="t">
            <a:spAutoFit/>
          </a:bodyPr>
          <a:lstStyle/>
          <a:p>
            <a:pPr algn="ctr"/>
            <a:r>
              <a:rPr sz="1300" b="1">
                <a:solidFill>
                  <a:srgbClr val="0F3E6E"/>
                </a:solidFill>
                <a:latin typeface="Calibri"/>
              </a:rPr>
              <a:t>Reviewer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6B7280"/>
                </a:solidFill>
                <a:latin typeface="Calibri"/>
              </a:rPr>
              <a:t>JSON verdict:</a:t>
            </a:r>
          </a:p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accept/revise/reject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43200"/>
            <a:ext cx="11277295" cy="35661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743200"/>
            <a:ext cx="11277295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743200"/>
            <a:ext cx="11277295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Retry loop invariants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246120"/>
            <a:ext cx="5364327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Calibri"/>
              </a:rPr>
              <a:t>• Snapshot on every verify=pass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Workdir is frozen; next attempt can be rolled back to it.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Reviewer downgrades to `revise` when verify passes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“The compiler is authoritative.” A reviewer phantom-rejecting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a file in the workdir listing is ignored.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Retry budget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`max_reviewer_retries` (default 2);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merge reviewer + verify feedback into the next prompt.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3007" y="3246120"/>
            <a:ext cx="5364327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Calibri"/>
              </a:rPr>
              <a:t>• Regression triggers rollback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Attempt N compiled but N+1 doesn't  →  restore the snapshot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from N and accept the last-known-good output.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Fail-hard guard rails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No `pom.xml` after parsing  →  fail the unit;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the parser accepts 5 path-header conventions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(`path=` inline, `&lt;!-- --&gt;`, `//`, `#`, `/*  */`).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Same loop, every cartridge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AWS-Lambda and COBOL cartridges share this code path —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only the prompts and verify command differ.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Stage 5 — LLM₂ unit worker loop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Stage 6 — Verify: compile gate + dual-run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Static type-checking catches hallucinations cheaply. Behavioural equivalence catches everything else.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Compile gate  (fast, cheap)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`mvn compile` per unit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Runs after every translator attempt + every retry.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stderr tail fed back into the next retry as feedback.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Verify feedback merged into prompt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`verify_feedback.md` lives in the unit's workdir;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reviewer findings + compiler errors combine.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Halt if never green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After `max_reviewer_retries` failed attempts the unit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is marked `failed`; the next wave skips its dependents.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Universal acceptance bar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`BUILD SUCCESS` is the minimum — non-negotiable.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Pilot corpus: 3 / 3 units green.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Dual-run harness  (when fixtures exist)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GnuCOBOL × JVM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Record golden fixtures by replaying prod inputs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through a GnuCOBOL-compiled binary; canonicalise outputs.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COBOL-aware tolerance model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Rounding, packed-decimal drift, timestamp normalisation,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SQL row-order tolerance — all parameterised.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Verdict states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PASS / MINOR_DRIFT / FAIL.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MINOR_DRIFT surfaces diffs without blocking the unit.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Pluggable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`Runner` ABC; any cartridge can plug in a dual-run runner.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`SubprocessRunner` is the reference impl.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Stage 6 — Verify  ·  compile is fast and cheap; dual-run is slow and conclusive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Cross-cutting: agents, budget,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Per-role agent factory, per-call cost accounting, per-wave checkpoints. Audit-grade by default.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Per-role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translator-*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Emit the full target module (one prompt per target style: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batch / cics / subroutine / lambda).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max_tokens=16000  ·  fenced blocks with `path=` headers.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reviewer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JSON verdict (accept / revise / reject) + rule-slugged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findings. Cartridge supplies the rule catalog.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max_tokens=8000  ·  single JSON object.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security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OWASP + secrets scan over emitted code. Read-only.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max_tokens=4000.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tester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Execute tests (when runner is wired) and parse results.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max_tokens=4000.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Budget 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Per-call accounting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Every `agent.run()` reports input/output tokens.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Tracker maps model → (USD_in / 1M, USD_out / 1M).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Halt on cap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`MAX_BUDGET_USD` = hard cap.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Subsequent calls short-circuit;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unit result carries `budget exhausted before &lt;tag&gt;`.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By-model / by-role breakdown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Final log: `gpt-5.4: $0.4980 (17 calls, 90k in / 27k out)`.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Per-role: translator=3, reviewer=7, security=3.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Cost report on disk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`cost_reports/&lt;run_id&gt;.json` + append-only `cost_log.jsonl`.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8276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Checkpoints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One per wave completion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`checkpoints/&lt;run_id&gt;.json` captures inventory + wave state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+ per-unit status / verdict / tests / score.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Resumable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Same `REPO_ID` resumes from the last wave;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succeeded units aren't re-run.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Workdir snapshots (per-unit)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Every verify=pass snapshots the unit's `src/` tree;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regression rolls back to the latest snapshot.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Audit-grade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Full reconstruction of every agent call, token count,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and cost for compliance + post-mortem.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Cross-cutting  ·  agents · budget · checkpoints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2 —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Cross-unit API injection: callee's real Java in the caller's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Wave ordering + workdir introspection + explicit FQN directives. Eliminates hallucinated stubs.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Step 1 — Grapher emits `calls` edges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`grapher_hints()` walks the KG and reports every CALL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target that resolves to a unit in the inventory.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Step 2 — Planner orders callees before callers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STMTGEN calls INTCALC  →  INTCALC in wave 1,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STMTGEN in wave 2.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Step 3 — Translator injection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For every callee of the current unit, read its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`units/&lt;CALLEE&gt;/src/main/java/.../service/*.java`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and `dto/*.java` from disk and inline into the prompt.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Step 4 — Explicit directive in header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`Inject as: import com.example.intcalc.service.IntcalcService;`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“This OVERRIDES the generic 'ONE stub per CALL' rule.”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Size-bounded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`_MAX_CALLEE_API_BYTES = 40_000`; elides with a marker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so a giant callee can't blow the prompt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45920"/>
            <a:ext cx="5501487" cy="4572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1737360"/>
            <a:ext cx="5227167" cy="438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 Already-migrated callee APIs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(ground truth — use verbatim)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### Callee `INTCALC` — migrated API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Inject as: `import com.example.intcalc.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  service.IntcalcService;`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→ field `private final IntcalcService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  intcalcService;`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#### `src/main/java/com/example/intcalc/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service/IntcalcService.java`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```java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@Service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public class IntcalcService {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public IntcalcResult calculateInterest(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BigDecimal balance, BigDecimal rate,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BigDecimal accrued, LnkStatus status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) { ... }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```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#### `.../dto/IntcalcResult.java`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```java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public record IntcalcResult(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BigDecimal interest, LnkStatus status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) {}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```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2  ·  Cross-unit API injection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3 — SAMPLE CARTRIDGE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AWS Lambda (polyglot) → Azure Functions (Python)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Pragmatic consolidation: five Lambda runtimes collapse onto one Azure Functions target.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Source: AWS Lambda estate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Five handler languages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Python 3.x  ·  Node.js 20  ·  TypeScript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Java 17  ·  C# / .NET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Common shape, divergent idioms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`def handler(event, context)`  ·  `exports.handler`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`public class Handler implements RequestHandler&lt;I,O&gt;`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Wired to the AWS ecosystem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`boto3` / AWS SDK for JS V2 / .NET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SAM templates + API Gateway + DynamoDB + S3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Tribal deployments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SAM YAML and serverless.yml side-by-side;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per-environment hand edits.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Target: Azure Functions (Python v2)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One runtime, one language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Python 3.11 Azure Functions v2 (decorator model)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`@app.function_name` / `@app.route` / timer / queue.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Azure ecosystem equivalents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`azure-storage-blob`  ←  S3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`azure-cosmos`        ←  DynamoDB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`azure-servicebus`    ←  SNS / SQS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Infra as code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SAM + serverless.yml mined for env/binding hints;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Bicep is a future step (out of scope for v1).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Correctness signal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Smoke-boot via Functions Core Tools + unit tests;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dual-run against captured Lambda invocations.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3  ·  Cartridge scope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3 — SAMPLE CARTRIDGE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Recipes do the mechanical work; residuals go to LLM₂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Deterministic transforms shrink the prompt surface. The LLM only sees what static tools couldn't fix.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Deterministic recipes  (per language)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Python — libcst transformers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`BotoImportToAzureStub` rewrites boto3 imports → azure-SDK stub + TODO.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`HandlerShapeRewrite` rewrites `def handler(event, context)` →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`def main(req: func.HttpRequest) -&gt; func.HttpResponse`.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Node / TypeScript — tree-sitter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`aws-sdk` import rewriter.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`exports.handler` → `@app.function_name` binding.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Java / C# — annotation rewrites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Handler class decoration → Azure Functions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attribute-driven runtime.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SAM / serverless.yml — IaC ingest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Parses event bindings (API Gateway, S3, DynamoDB);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surfaces them as translator prompt hints.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Residuals  (what's left for LLM₂)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AWS imports the recipes couldn't stub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Third-party wrappers, custom libraries.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Handler bodies with inline AWS calls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`boto3.resource('dynamodb')` mid-function.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`s3.upload_file(..., StorageClass='GLACIER')`.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Output-shape mismatches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API Gateway proxy response envelope →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`func.HttpResponse` body + status + headers.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What the translator sees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Residuals markdown (what's unresolved),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plus the file's post-recipe text,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plus IaC binding hints from the spec.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3  ·  Recipes &amp; residuals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3 — SAMPLE CARTRIDGE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Example: Python Lambda  →  Python Azure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Handler rewrite + boto3 stubbing + binding inference handled by recipes; LLM₂ drives the DynamoDB → Cosmos mapping.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47207" cy="4572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272887" cy="438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 Source: AWS Lambda (Python)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import json, boto3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from decimal import Decimal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dynamo = boto3.resource("dynamodb")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table = dynamo.Table("Customers")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def handler(event, context):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customer_id = event["pathParameters"]["id"]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resp = table.get_item(Key={"id": customer_id})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item = resp.get("Item")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if not item: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return {"statusCode": 404,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        "body": "not found"}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return {"statusCode": 200,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    "body": json.dumps(item,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                               default=str)}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645920"/>
            <a:ext cx="5547207" cy="4572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447" y="1737360"/>
            <a:ext cx="5272887" cy="438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# Target: Azure Functions v2 (Python)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import json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import azure.functions as func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from azure.cosmos import CosmosClient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app = func.FunctionApp()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client = CosmosClient.from_connection_string(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os.environ["COSMOS_CONN"]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)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container = client.get_database_client("app") \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          .get_container_client("Customers")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@app.function_name("get_customer")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@app.route(route="customers/{id}",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   methods=[func.HttpMethod.GET])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def main(req: func.HttpRequest) -&gt; func.HttpResponse: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customer_id = req.route_params.get("id")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try: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item = container.read_item(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    item=customer_id, partition_key=customer_id,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)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except CosmosResourceNotFoundError: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return func.HttpResponse("not found",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                         status_code=404)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return func.HttpResponse(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body=json.dumps(item, default=str),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status_code=200,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    mimetype="application/json",</a:t>
            </a:r>
          </a:p>
          <a:p>
            <a:pPr algn="l"/>
            <a:r>
              <a:rPr sz="900">
                <a:solidFill>
                  <a:srgbClr val="E5E7EB"/>
                </a:solidFill>
                <a:latin typeface="Menlo"/>
              </a:rPr>
              <a:t>  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3  ·  Before / after  ·  recipes did the imports + handler shape; LLM₂ did Cosmos mapping + bindings + error translation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3 — SAMPLE CARTRIDGE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Reviewer rules: AWS → Azure-specific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 subset of the cartridge's reviewer rule catalog. Each is machine-enforceable + error-level.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3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2096"/>
                <a:gridCol w="7217468"/>
                <a:gridCol w="1127729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 slug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Fires when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aws-sdk-import-leaked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An `import boto3` / `aws-sdk` / `amazon.*` survives in the emitted code.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lambda-handler-shape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 function with signature `(event, context)` is emitted as the entry point.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missing-azure-function-binding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No `@app.function_name` / binding annotation on the handler.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cosmos-partition-key-missing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`container.read_item` / `delete_item` called without `partition_key`.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apigw-proxy-envelope-leaked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Return shape still has `statusCode` / `body` keys rather than `func.HttpResponse`.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connection-string-inline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Azure connection string / key embedded in source instead of `os.environ[...]`.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dynamodb-decimal-residual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`decimal.Decimal` handling from the Lambda kept but Cosmos returns native JSON.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3  ·  Reviewer rules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COBOL + JCL + DB2 + CICS  →  Java 25 LTS / Spring Boot 4.0.5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The hard one: shape-shifting source, multiple target styles, and correctness you can prove.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Source: mainframe COBOL estate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COBOL language features handled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Fixed-format + free-format.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REDEFINES, 88-level, OCCURS DEPENDING ON.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COMP-3 / PACKED-DECIMAL, PIC with S, V.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Copybook (.cpy) expansion + grouping.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Batch &amp; transactional contexts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JCL: jobs, steps, DD cards → datasets.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EXEC SQL (DB2) blocks — CRUD classification.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EXEC CICS — COMMAREA, maps, transaction IDs.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Inter-program coupling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`CALL 'TARGET' USING …` — cross-unit CALL graph.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LINKAGE SECTION shapes the public method signature.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Target: Java 25 LTS + Spring Boot 4.0.5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Three target styles, one per program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batch       → Spring Batch (Job + Tasklets + I/O).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cics        → Spring MVC (REST endpoint per tx).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subroutine  → @Service (LINKAGE → method signature).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Modern Java idioms, mandatory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`record` DTOs, sealed interfaces, pattern switch,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text blocks for SQL, BigDecimal + MathContext.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Compile-gated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`mvn compile` must succeed before the unit is accepted.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Parallel dual-run gate for equivalence.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Toolchain pinned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`&lt;java.version&gt;25&lt;/java.version&gt;` +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`spring-boot-starter-parent 4.0.5`  (reviewer-enforced).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4  ·  Scope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COBOL adapter: structure-preserving parse, then KG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tree-sitter + regex fallback. REDEFINES / 88-levels / OCCURS are first-class KG citizens.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02975" cy="438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adapters/cobol.py — what lands in the KG per field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------------------------------------------------------------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01  CUSTOMER-REC.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CUST-ID        PIC 9(10).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CUST-BAL       PIC S9(13)V9(2) COMP-3.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CUST-STATUS    PIC X(1).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    88  ACTIVE     VALUE 'A'.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    88  CLOSED     VALUE 'C'.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CUST-SSN-RAW   PIC 9(9).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05  CUST-SSN-FMT   REDEFINES CUST-SSN-RAW PIC X(11).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KG nodes: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field:CUSTOMER-REC          kind=field (group, parent)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field:CUST-ID               kind=field  pic=9(10)         numeric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field:CUST-BAL              kind=field  pic=S9(13)V9(2)   packed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                        scale=2  mathcontext=required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field:CUST-STATUS           kind=field  pic=X(1)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(conditional) ACTIVE  = 'A'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(conditional) CLOSED  = 'C'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field:CUST-SSN-RAW          kind=field  pic=9(9)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field:CUST-SSN-FMT          kind=field  pic=X(11)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--redefines--&gt; field:CUST-SSN-RAW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Callable subroutines: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`PROCEDURE DIVISION USING LNK-BALANCE LNK-RATE ...`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→ field:LNK-BALANCE  --input_of--&gt; program:INTCALC</a:t>
            </a:r>
          </a:p>
          <a:p>
            <a:pPr algn="l"/>
            <a:r>
              <a:rPr sz="1100">
                <a:solidFill>
                  <a:srgbClr val="E5E7EB"/>
                </a:solidFill>
                <a:latin typeface="Menlo"/>
              </a:rPr>
              <a:t>#       → field:LNK-RATE     --input_of--&gt; program:INTCALC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4  ·  COBOL adapter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Target-style classifier: one prompt per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Signals from the KG decide whether a program becomes a Batch Job, a CICS REST controller, or a Service bean.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275"/>
                <a:gridCol w="3608734"/>
                <a:gridCol w="4059826"/>
                <a:gridCol w="2255459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 style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Signals that pick it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Generated shape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Translator prompt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cics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≥1 `txn_call` descendants (EXEC CICS).
Wins over batch if both apply.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Spring MVC `@RestController` + `@Service` + JPA repo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translator_cics.md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subroutine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`PROCEDURE DIVISION USING …` present (LINKAGE).
No JCL wrapper, no CICS.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`@Service` bean; LINKAGE → public method signature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translator_subroutine.md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`step_of` edge from a JCL step to the program.
No LINKAGE, no CICS.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Spring Batch `@Configuration` (Job + Tasklets + I/O)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translator_batch.md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572000"/>
            <a:ext cx="11277295" cy="1645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77295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77295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Why the split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74920"/>
            <a:ext cx="1100297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Different deliverables per style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Batch must emit no `@RestController`; CICS must emit no Job / Tasklet;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subroutine must emit no `Main` that runs on startup.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Enforced on both ends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Translator prompts encode these as DO NOT rules;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reviewer carries a `wrong-target-style` rule that catches violations.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4  ·  Target-style classifier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KG example: the pilot corpus  (CUSTINQ / INTCALC / STMTGEN)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Three programs, three target styles, one CALL edge that shapes wave ordering.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76218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76218" cy="9144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3018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3E6E"/>
                </a:solidFill>
                <a:latin typeface="Calibri"/>
              </a:rPr>
              <a:t>CUSTINQ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301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target style: cics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EXEC CICS RECEIVE / SEND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EXEC SQL SELECT  ←  Customer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645920"/>
            <a:ext cx="3576218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738" y="1645920"/>
            <a:ext cx="3576218" cy="9144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4898" y="1783080"/>
            <a:ext cx="33018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3E6E"/>
                </a:solidFill>
                <a:latin typeface="Calibri"/>
              </a:rPr>
              <a:t>INTCALC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898" y="2148840"/>
            <a:ext cx="3301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3E6E"/>
                </a:solidFill>
                <a:latin typeface="Calibri"/>
              </a:rPr>
              <a:t>target style: subroutine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898" y="242316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LINKAGE SECTION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BigDecimal interest calc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8276" y="1645920"/>
            <a:ext cx="3576218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8276" y="1645920"/>
            <a:ext cx="3576218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5436" y="1783080"/>
            <a:ext cx="33018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3E6E"/>
                </a:solidFill>
                <a:latin typeface="Calibri"/>
              </a:rPr>
              <a:t>STMTGEN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2148840"/>
            <a:ext cx="3301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target style: 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242316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JCL step STEP010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Reads CUST-MASTER  →  STMT-OUT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CALL 'INTCALC' on each customer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11277295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11277295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STMTGEN  —calls→  INTCALC      (grapher_hints emits this; planner schedules INTCALC in wave 1, STMTGEN in wave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1127729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F3E6E"/>
                </a:solidFill>
                <a:latin typeface="Calibri"/>
              </a:rPr>
              <a:t>CRUD matrix  (program × data asset)  ·  derived from KG `reads` / `writes` edges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06240"/>
          <a:ext cx="1127729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2096"/>
                <a:gridCol w="902183"/>
                <a:gridCol w="902183"/>
                <a:gridCol w="902183"/>
                <a:gridCol w="5638647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CUSTINQ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INTCALC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STMTGEN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Seam-ranking note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Customer  (DB2 table)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CUSTINQ + Customer  →  strong-cohesion candidate for REST API slice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CUST-MASTER  (flat file, JCL DD)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STMTGEN + CUST-MASTER/STMT-OUT  →  batch pipeline, isolated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STMT-OUT  (flat file, JCL DD)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Output of the batch pipeline; written once per customer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LNK-INTEREST  (LINKAGE field)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INTCALC's only output channel; consumed by STMTGEN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4  ·  KG example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Business spec: what LLM₂ actually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Deterministic render from KG + LLM₁ summaries. Per unit. Target-style aware. The translator never sees raw COBOL.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02975" cy="438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 Business spec — STMTGEN  (target style: batch)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 Purpose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Generate the monthly customer statement file. For every record in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CUST-MASTER, compute accrued interest via CALL 'INTCALC' and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write one STMT-OUT record per customer.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 Inputs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- File CUST-MASTER  (FD CUST-MASTER; DD CUSTIN on PROD.CUST.MASTER)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- DB2 table CUSTOMER (EXEC SQL SELECT balance, rate, accrued INTO ...)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 Outputs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- File STMT-OUT     (FD STMT-OUT; DD STMTOUT on PROD.STMT.DAILY)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- DB2 table STATEMENT_HISTORY (INSERT)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 Side effects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- CALL 'INTCALC' USING LNK-BALANCE LNK-RATE LNK-INTEREST LNK-STATUS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 Key invariants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- Every input customer produces exactly one output STMT-OUT record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- Interest calculation uses MathContext(18, HALF_UP) scale=2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- ABEND on negative balance: LNK-STATUS='N' propagates to exit code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 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## Data dictionary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| Field         | PIC           | Java type   | Notes                          |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| CUST-ID       | 9(10)         | Long        | primary key                    |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| CUST-BAL      | S9(13)V9(2)   | BigDecimal  | packed; scale=2                |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| CUST-RATE     | S9(1)V9(9)    | BigDecimal  | packed; scale=9, range [0,1]   |</a:t>
            </a:r>
          </a:p>
          <a:p>
            <a:pPr algn="l"/>
            <a:r>
              <a:rPr sz="1000">
                <a:solidFill>
                  <a:srgbClr val="E5E7EB"/>
                </a:solidFill>
                <a:latin typeface="Menlo"/>
              </a:rPr>
              <a:t>| CUST-STATUS   | X(1)          | enum        | conditionals ACTIVE/CLOSED    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4  ·  Business spec rendering  ·  Inputs/Outputs are KG-derived contract; Purpose/Invariants are LLM₁ prose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Translator prompt: structure, not verbosity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One prompt per target style. Pre-computed Java naming removes an entire class of LLM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every translator prompt includes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Pre-computed Java naming block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Exact package, class_base, file paths per deliverable.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Translator can't mis-capitalise `CustinqService` again.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Style-specific deliverables list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What MUST be emitted + what MUST NOT (DO NOT rules).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pom.xml contract — toolchain pinned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`&lt;java.version&gt;25&lt;/java.version&gt;` only.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`spring-boot-starter-parent 4.0.5` (Spring Framework 7).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DTO-as-record mandate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`public record FooDto(...) {}` — eliminates twin-DTO.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Cross-file consistency rules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 twin-record DTO, no sealed-without-implements,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 duplicate external stub, no `javax.*` imports.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45920"/>
            <a:ext cx="5501487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645920"/>
            <a:ext cx="5501487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Cross-unit injection block  (when callees exist)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148840"/>
            <a:ext cx="522716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Appended after the base prompt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Read callee's already-emitted service + DTOs from disk.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Inline verbatim with explicit `import &lt;FQN&gt;` directive.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Overrides the generic “ONE stub per CALL” rule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For callees in the injection block → ZERO stubs.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Re-declaring them is the `duplicate-external-stub` finding.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Reviewer backs this up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`cross-module-reimplementation` rule (in roadmap) greps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for the callee's class names in sub-packages of the caller.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Size-bounded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40 KB ceiling with elision marker when exceeded.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4  ·  Translator prompt strategy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Reviewer catalog (abbreviated)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Every rule has a slug, severity, and verdict. The retry loop merges findings into the next translator prompt.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77293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786"/>
                <a:gridCol w="1380893"/>
                <a:gridCol w="6214019"/>
                <a:gridCol w="920595"/>
              </a:tblGrid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Slug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catches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bigdecimal-no-mathcontext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BigDecimal arithmetic without explicit MathContext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primitive-float-for-numeric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double / float used for fields sourced from COMP-3 / PIC 9…V9…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linkage-signature-mismatch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structural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Subroutine's public method doesn't match LINKAGE order/types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missing-required-deliverable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structural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pom.xml / Application / ContextLoadTest / yml / README absent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undefined-class-reference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 type used in one file is never defined in any emitted file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undefined-method-reference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 method call on an injected service that isn't declared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twin-record-dto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Both `Foo` and `FooRecord` emitted in the same module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sealed-permits-without-implements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`sealed interface X permits A, B` with A/B not implementing X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duplicate-external-stub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cross-file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Multiple service-shaped classes for one COBOL CALL target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spring-batch-api-mismatch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ExecutionContext.putBoolean(...), wrong Tasklet return shape, etc.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java-version-below-25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toolchain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pom.xml declares `&lt;java.version&gt;` below 25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spring-boot-parent-below-4.0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toolchain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`spring-boot-starter-parent` version is 3.x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javax-import-on-jakarta-runtime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toolchain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Any `import javax.*` (should be `jakarta.*` under Spring Boot 4)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sql-concatenated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String-concatenated SQL instead of named `@Query` parameters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field-injection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`@Autowired` field — must be constructor injection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2689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hardcoded-config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Connection strings / secrets inline instead of `application.yml` / env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4  ·  Reviewer catalog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4 — SAMPLE CARTRIDGE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Pilot run on the CUSTINQ / INTCALC / STMTGEN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Latest end-to-end run on the three-program pilot with OpenAI gpt-5.4 and cross-unit API injection enabled.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82163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682163" cy="9144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682163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4400" b="1">
                <a:solidFill>
                  <a:srgbClr val="1E7AB8"/>
                </a:solidFill>
                <a:latin typeface="Calibri"/>
              </a:rPr>
              <a:t>3 /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682163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programs succeeded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2243" y="1645920"/>
            <a:ext cx="2682163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2243" y="1645920"/>
            <a:ext cx="2682163" cy="9144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2243" y="1920240"/>
            <a:ext cx="2682163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4400" b="1">
                <a:solidFill>
                  <a:srgbClr val="0F3E6E"/>
                </a:solidFill>
                <a:latin typeface="Calibri"/>
              </a:rPr>
              <a:t>4m 57s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243" y="2651760"/>
            <a:ext cx="2682163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total wall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6" y="1645920"/>
            <a:ext cx="2682163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7286" y="1645920"/>
            <a:ext cx="2682163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6" y="1920240"/>
            <a:ext cx="2682163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4400" b="1">
                <a:solidFill>
                  <a:srgbClr val="16A34A"/>
                </a:solidFill>
                <a:latin typeface="Calibri"/>
              </a:rPr>
              <a:t>$0.4980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6" y="2651760"/>
            <a:ext cx="2682163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LLM cost /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329" y="1645920"/>
            <a:ext cx="2682163" cy="1463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329" y="1645920"/>
            <a:ext cx="2682163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329" y="1920240"/>
            <a:ext cx="2682163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4400" b="1">
                <a:solidFill>
                  <a:srgbClr val="D97706"/>
                </a:solidFill>
                <a:latin typeface="Calibri"/>
              </a:rPr>
              <a:t>288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329" y="2651760"/>
            <a:ext cx="2682163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tests passing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3383280"/>
          <a:ext cx="1127729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539"/>
                <a:gridCol w="1919539"/>
                <a:gridCol w="2159482"/>
                <a:gridCol w="2159482"/>
                <a:gridCol w="1919539"/>
                <a:gridCol w="1199712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 style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Java files emitted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mvn compile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Reviewer verdict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91440" marR="45720" marT="45720" marB="45720">
                    <a:solidFill>
                      <a:srgbClr val="0F3E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CUSTINQ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cics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BUILD SUCCESS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$0.0695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INTCALC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subroutine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BUILD SUCCESS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$0.1180</a:t>
                      </a:r>
                    </a:p>
                  </a:txBody>
                  <a:tcPr marL="91440" marR="45720" marT="36576" marB="36576"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STMTGEN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BUILD SUCCESS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revise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$0.3106</a:t>
                      </a:r>
                    </a:p>
                  </a:txBody>
                  <a:tcPr marL="9144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4  ·  Pilot results  ·  full breakdown in pilot/PILOT_REPORT.md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5 — VALIDATION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Validation: compile gate + dual-run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Two acceptance bars in series. Compile is fast and cheap; dual-run is slow and conclusive.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Compile gate  (always 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`mvn compile` per unit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Runs after every translator attempt + every retry.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stderr tail fed back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Reviewer findings + compiler errors merge into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`verify_feedback.md` for the next prompt.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Halt if never green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After `max_reviewer_retries` failed attempts the unit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is marked `failed`; downstream wave skips its dependents.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Pilot result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3 / 3 units BUILD SUCCESS on first wave;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 rollback triggered.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Dual-run harness  (when fixtures exist)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GnuCOBOL × JVM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Replay prod inputs; canonicalise outputs;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compare across the two runtimes.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COBOL-aware tolerance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Rounding, packed-decimal drift, timestamp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normalisation, SQL row-order tolerance.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Verdict states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PASS / MINOR_DRIFT / FAIL.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MINOR_DRIFT surfaces diffs without blocking.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Pluggable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`Runner` ABC; SubprocessRunner is the reference impl.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8276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we measure per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Per-unit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compile result · reviewer verdict · token spend · wall-clock.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Per-run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Total cost vs cap · per-model breakdown · per-role breakdown.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Append-only history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`cost_log.jsonl` per repo_id is greppable run-over-run.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Audit trail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Every agent call, prompt, response and cost is reconstructible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from the checkpoint + cost_report.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5  ·  Validation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5 — VALIDATION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Roadmap: where the platform is heading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Near-term hardening + the next two cartridges.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Near-term  (platform)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Per-request LLM timeout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Prevent the 24-min Anthropic retry-storm hang we saw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 one pilot run.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`cross-module-reimplementation` reviewer rule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Close the sub-package loophole the LLM used to evade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`duplicate-external-stub`.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Summariser cache hit-rate dashboard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Verify LLM₁ cost stays a fraction of LLM₂ cost over time.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GnuCOBOL dual-run wiring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Record fixtures + enable default dual-run gate.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CI per cartridge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Matrix build per cartridge against a representative corpus.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7738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Near-term  (COBOL cartridge)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Multi-module Maven support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Today each unit is self-contained.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Produce a parent POM so callees are real classpath deps.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Scale-up: 3  →  AWS Card Demo (~40 programs)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Validate wave parallelism at real size.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CICS COMMAREA / BMS map parser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Richer input for CICS target style.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Copybook scope analysis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Detect + refactor copybook fan-out patterns.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8276" y="1645920"/>
            <a:ext cx="3576218" cy="4572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1645920"/>
            <a:ext cx="357621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Next cartridges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148840"/>
            <a:ext cx="3301898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</a:rPr>
              <a:t>• Legacy .NET Framework  →  .NET 9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WCF + Remoting → modern WebApi + gRPC.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PL/SQL  →  Postgres + pg_plsql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Oracle stored-procs as first-class migration target.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VB6  →  .NET / React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Form-shape lift with explicit validation carry-over.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• Spring Boot 2.x  →  Spring Boot 4.0.5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In-ecosystem uplift; Jakarta rename + deprecated API fix.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5  ·  Roadmap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7AB8"/>
                </a:solidFill>
                <a:latin typeface="Calibri"/>
              </a:rPr>
              <a:t>PART 5 — VALIDATION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3E6E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Sources of record for every influence called out in this deck.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0" cy="3810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77295" cy="884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91440" cy="88452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11535" cy="70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E6E"/>
                </a:solidFill>
                <a:latin typeface="Calibri"/>
              </a:rPr>
              <a:t>Martin Fowler — Legacy Modernization meets Generative AI</a:t>
            </a:r>
          </a:p>
          <a:p>
            <a:r>
              <a:rPr sz="1000">
                <a:solidFill>
                  <a:srgbClr val="1E7AB8"/>
                </a:solidFill>
                <a:latin typeface="Calibri"/>
              </a:rPr>
              <a:t>martinfowler.com   ·   Lilly Ryan, Shodhan Sheth, et al.    ·    https://martinfowler.com/articles/legacy-modernization-gen-ai.html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Direct blueprint for the AST → KG → post-order DFS summariser → business-spec rendering.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21880"/>
            <a:ext cx="11277295" cy="884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21880"/>
            <a:ext cx="91440" cy="88452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13320"/>
            <a:ext cx="10911535" cy="70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E6E"/>
                </a:solidFill>
                <a:latin typeface="Calibri"/>
              </a:rPr>
              <a:t>Thoughtworks / Fowler — Uncovering Mainframe Seams</a:t>
            </a:r>
          </a:p>
          <a:p>
            <a:r>
              <a:rPr sz="1000">
                <a:solidFill>
                  <a:srgbClr val="1E7AB8"/>
                </a:solidFill>
                <a:latin typeface="Calibri"/>
              </a:rPr>
              <a:t>martinfowler.com / Thoughtworks    ·    https://martinfowler.com/articles/uncovering-mainframe-seams.html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Seam-finding methodology; CRUD matrix as the lens; characterisation tests as the equivalence bar.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7840"/>
            <a:ext cx="11277295" cy="884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7840"/>
            <a:ext cx="91440" cy="88452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89280"/>
            <a:ext cx="10911535" cy="70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E6E"/>
                </a:solidFill>
                <a:latin typeface="Calibri"/>
              </a:rPr>
              <a:t>Thoughtworks — Claude Code for COBOL Modernization (a reality check)</a:t>
            </a:r>
          </a:p>
          <a:p>
            <a:r>
              <a:rPr sz="1000">
                <a:solidFill>
                  <a:srgbClr val="1E7AB8"/>
                </a:solidFill>
                <a:latin typeface="Calibri"/>
              </a:rPr>
              <a:t>thoughtworks.com/insights (2025)    ·    https://www.thoughtworks.com/en-gb/insights/articles/claude-code-cobol-modernization-reality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Real-world agentic runs on mainframe corpora. Target-style split + structured-spec discipline + compile gate.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3800"/>
            <a:ext cx="11277295" cy="884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73800"/>
            <a:ext cx="91440" cy="88452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65240"/>
            <a:ext cx="10911535" cy="70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E6E"/>
                </a:solidFill>
                <a:latin typeface="Calibri"/>
              </a:rPr>
              <a:t>Anthropic — How AI helps break the cost barrier for COBOL modernization</a:t>
            </a:r>
          </a:p>
          <a:p>
            <a:r>
              <a:rPr sz="1000">
                <a:solidFill>
                  <a:srgbClr val="1E7AB8"/>
                </a:solidFill>
                <a:latin typeface="Calibri"/>
              </a:rPr>
              <a:t>claude.com/blog    ·    https://claude.com/blog/how-ai-helps-break-cost-barrier-cobol-modernization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Cost-per-program narrative + agentic retry loop pattern. BudgetTracker + MAX_BUDGET_USD + per-model accounting trace to this.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49760"/>
            <a:ext cx="11277295" cy="884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549760"/>
            <a:ext cx="91440" cy="884520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641200"/>
            <a:ext cx="10911535" cy="70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3E6E"/>
                </a:solidFill>
                <a:latin typeface="Calibri"/>
              </a:rPr>
              <a:t>Fowler / Feathers canon — Refactoring  ·  Working Effectively with Legacy Code</a:t>
            </a:r>
          </a:p>
          <a:p>
            <a:r>
              <a:rPr sz="1000">
                <a:solidFill>
                  <a:srgbClr val="1E7AB8"/>
                </a:solidFill>
                <a:latin typeface="Calibri"/>
              </a:rPr>
              <a:t>martinfowler.com / O'Reilly    ·    https://martinfowler.com/books/refactoring.html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1A"/>
                </a:solidFill>
                <a:latin typeface="Calibri"/>
              </a:rPr>
              <a:t>Seams as refactoring pivots. Avoid premature abstraction → cartridge isolation. Characterisation tests → dual-run.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Part 5  ·  References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29940"/>
            <a:ext cx="12191695" cy="109728"/>
          </a:xfrm>
          <a:prstGeom prst="rect">
            <a:avLst/>
          </a:prstGeom>
          <a:solidFill>
            <a:srgbClr val="1E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BD0E6"/>
                </a:solidFill>
                <a:latin typeface="Calibri"/>
              </a:rPr>
              <a:t>THE PLATFORM 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Parse to AST.  Comprehend with LLM₁.  Build a Knowledge Graph.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Synthesise with LLM₂.  Verify by compilation and dual-run.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BBD0E6"/>
                </a:solidFill>
                <a:latin typeface="Calibri"/>
              </a:rPr>
              <a:t>Two cartridges in.  Many more to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Each LLM call is gated by budget, accountable in cost, and re-runnable from a checkpoint.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Each unit is verified by compiler and (when fixtures exist) by dual-run equivalence.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Each cartridge is one directory; the platform core never knows the source/target pair.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BD0E6"/>
                </a:solidFill>
                <a:latin typeface="Calibri"/>
              </a:rPr>
              <a:t>Legacy Modernization Platform  ·  Design Deck  · 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