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109728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BBD0E6"/>
                </a:solidFill>
                <a:latin typeface="Calibri"/>
              </a:rPr>
              <a:t>LEGACY MODERNIZATION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 cartridge-driven framework for</a:t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LLM-assisted migration of legacy estates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3E6E"/>
                </a:solidFill>
                <a:latin typeface="Calibri"/>
              </a:rPr>
              <a:t>Generic platform design  ·  Two sample cartridges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1.  AWS Lambda (Python / Node / TS / Java / C#) → Azure Functions (Python)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2.  COBOL + JCL + DB2 + CICS → Java 25 LTS / Spring Boot 4.0.5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Built on Microsoft Agent Framework  ·  Multi-provider LLM  ·  Budget-gated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Legacy Modernization Platform  ·  Design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What's in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Five parts. Read sequentially, or jump to the sample that matches your estate.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4572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Generic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5227167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Part 1 — The legacy-modernization problem + influences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Fowler, Thoughtworks, Anthropic — what we took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from each (full references at the end)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Part 2 — Platform architecture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Cartridge model, Knowledge Graph, comprehension, planning,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worker loop, agents, budget, cross-unit API injection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Part 5 — Validation, results, roadmap,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645920"/>
            <a:ext cx="5501487" cy="4572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Two sample cartridges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148840"/>
            <a:ext cx="5227167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Part 3 — AWS Lambda → Azure Functions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Polyglot source (5 languages) → Python Azure Functions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Deterministic recipes + residuals-driven LLM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Part 4 — COBOL + JCL + DB2 + CICS → Java 25 / Spring Boot 4.0.5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Target-style classifier (batch / CICS / subroutine)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Cross-unit API injection, data-dictionary rendering,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dual-run equivalence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Why modernizing legacy estates is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The artefacts you're migrating are alive, entangled, and under-documented.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estate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Scale &amp; heterogeneity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Tens of thousands of artefacts per enterprise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Multiple languages, stacks, dialects, tribal extensions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Coupling you can't see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Implicit contracts (COMMAREA, COMP-3, DD cards)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Shared copybooks, JCL step ordering, CICS transaction maps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Lost knowledge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Authors have retired; specs don't exist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Only the code tells the truth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Correctness bar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Dual-run against prod inputs is the acceptance criterion,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not "looks right" to a reviewer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3007" y="1554480"/>
            <a:ext cx="5501487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Why LLMs alone aren't enough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Context blindness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LLM sees one file at a time; misses cross-program coupling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Hallucinates DTO names, method signatures, dependencies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No deterministic baseline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Same input → different output run-to-run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Hard to diff, re-review, or attribute regressions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No correctness gate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Code that ``compiles`` is not code that ``does the same thing``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Cost unpredictability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One naive prompt × 50K files = five-figure bill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No way to cap or halt mid-run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1  ·  The legacy-modernization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Our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Build a platform, not a script. Treat migration like a compiler pipeline — with LLMs at the stages that genuinely need reasoning.  Influenced directly by Fowler / Thoughtworks / Anthropic (see references).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4572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76218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Deterministic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30189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Static analysis over guessing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Parsers + knowledge graph + CRUD matrix do the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heavy lifting before any LLM call is made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Recipes before prompts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libcst / tree-sitter transforms handle mechanical rewrites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LLM only sees what recipes couldn't fix (``residuals``)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7738" y="1645920"/>
            <a:ext cx="3576218" cy="4572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LLM where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2148840"/>
            <a:ext cx="330189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Translation, review, security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Agents specialise per role; prompts are small and precise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Retry + snapshot-rollback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Every attempt is committed to a snapshot;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regressions roll back to the last known-good state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Cross-unit API injection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Callee's already-migrated Java is inlined into the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caller's prompt verbatim — no hallucinated signatures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8276" y="1645920"/>
            <a:ext cx="3576218" cy="4572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8276" y="1645920"/>
            <a:ext cx="3576218" cy="41148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Operationally safe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5436" y="2148840"/>
            <a:ext cx="330189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Budget-gated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``max_budget_usd`` per run; per-call accounting;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halts cleanly when the cap is reached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Checkpointed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Every wave commits a checkpoint — resume or post-mortem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without re-running successful units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Cartridge-isolated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New source / target pair = new cartridge directory.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Platform core doesn't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1  ·  Platform 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Influences: what we took from Fowler / Thoughtworks / Anthropic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The platform isn't invented from scratch.  These four references shape the core pipeline, the comprehension stage, and the cost narrative.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7729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Pattern we adopted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it lives in our code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Martin Fowler — Legacy Modernization meets Generative AI
(martinfowler.com, Ryan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CodeConcise-style pipeline: AST → Knowledge Graph → post-order
DFS summaries → business spec. CRUD matrix + Feathers-style seams
over the KG. Dual-run equivalence as the acceptance bar.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platform_core/kg/  ·  comprehension/summarizer.py
comprehension/business_spec.py  ·  pipeline/crud.py
platform_core/dualrun/  ·  kg/render.py (DOT + Mermaid)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Thoughtworks — Claude Code for COBOL Modernization: a reality check
(thoughtworks.com, 2025)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Practical findings from running agentic workflows on real mainframe
corpora: structured specs beat raw code, human-in-loop at review,
target-style differentiation per program, compile gate is non-negotiable.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cartridges/cobol_to_java25_springboot/
  target_style.py (batch / cics / subroutine split)
  prompts/translator_*.md  ·  prompts/reviewer.md
  verify_unit() in cartridge.py (mvn compile gate)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Anthropic — How AI helps break the cost barrier for COBOL modernization
(claude.com/blog)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Agentic retry loops over structured JSON verdicts; bounded-budget
multi-agent orchestration; caller/callee ordering so the LLM sees
the real API instead of hallucinating one.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platform_core/maf_workflows/budget.py  (per-call cost + cap)
unit_worker.py  (retry loop + snapshot rollback)
cartridge._collect_migrated_callee_apis()
  (cross-unit API injection)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Broader Fowler canon — Working Effectively with Legacy Code (Feathers),
Refactoring (Fowler)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Seams as refactoring pivots; characterisation-test mindset →
dual-run fixtures; avoid-premature-abstraction → cartridge isolation.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platform_core/pipeline/crud.py  (seam ranking)
platform_core/dualrun/fixtures.py  ·  verdict.py
platform_core/cartridge/  (narrow hook surface)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Explicit citations are on the final References slide; every URL is the source of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1  ·  Influences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Platform 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One generic pipeline. Cartridges plug into every stage without touching core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853123" cy="91440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Discover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walk repo, parse adapters,
classify units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47483" y="248716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13243" y="2103120"/>
            <a:ext cx="1853123" cy="91440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Graph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build cross-unit KG,
emit grapher_hints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3526" y="248716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9286" y="2103120"/>
            <a:ext cx="1853123" cy="91440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Plan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topological waves
from KG edges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59569" y="248716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25329" y="2103120"/>
            <a:ext cx="1853123" cy="91440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Worker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recipes → translator
→ reviewer → verify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15612" y="248716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81372" y="2103120"/>
            <a:ext cx="1853123" cy="91440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Verify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mvn compile +
dual-run 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1277295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Cartridge interface (plugin boundary)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60520"/>
            <a:ext cx="1788109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F3E6E"/>
                </a:solidFill>
                <a:latin typeface="Menlo"/>
              </a:rPr>
              <a:t>adapters()</a:t>
            </a:r>
          </a:p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parse source
→ KG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82469" y="4160520"/>
            <a:ext cx="1788109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F3E6E"/>
                </a:solidFill>
                <a:latin typeface="Menlo"/>
              </a:rPr>
              <a:t>unit_classifier()</a:t>
            </a:r>
          </a:p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files → units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2018" y="4160520"/>
            <a:ext cx="1788109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F3E6E"/>
                </a:solidFill>
                <a:latin typeface="Menlo"/>
              </a:rPr>
              <a:t>grapher_hints()</a:t>
            </a:r>
          </a:p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cross-unit edges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1567" y="4160520"/>
            <a:ext cx="1788109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F3E6E"/>
                </a:solidFill>
                <a:latin typeface="Menlo"/>
              </a:rPr>
              <a:t>recipes()</a:t>
            </a:r>
          </a:p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deterministic
transforms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1116" y="4160520"/>
            <a:ext cx="1788109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F3E6E"/>
                </a:solidFill>
                <a:latin typeface="Menlo"/>
              </a:rPr>
              <a:t>build_translator_request()</a:t>
            </a:r>
          </a:p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per-unit prompt
+ callee injection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0665" y="4160520"/>
            <a:ext cx="1788109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F3E6E"/>
                </a:solidFill>
                <a:latin typeface="Menlo"/>
              </a:rPr>
              <a:t>verify_unit()</a:t>
            </a:r>
          </a:p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compile + dual-run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49240"/>
            <a:ext cx="11277295" cy="91440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Cross-cutting:  budget tracker  ·  checkpoints  ·  snapshot-rollback  ·  per-role agent factory  ·  retry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2  ·  Architecture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The cartridge: one migration family per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A ``MigrationCartridge`` is a Python class that exposes the hooks the pipeline calls. Nothing else in the codebase needs to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498079" cy="4572000"/>
          </a:xfrm>
          <a:prstGeom prst="rect">
            <a:avLst/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72237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from maf_generic_migrator_v1.platform_core.cartridge import (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AgentSpec, MigrationCartridge,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class CobolToJava25SpringBoot(MigrationCartridge):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id = "cobol_to_java25_springboot"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description = "COBOL (batch + CICS + DB2) -&gt; Java 25 LTS / Spring Boot 4.0.5"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def adapters(self):                  # source parsers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    return {"cobol": CobolAdapter()}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def unit_classifier(self, repo_root): ...   # files  -&gt; units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def grapher_hints(self, inventory):   ...   # CALL edges  -&gt; KG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def recipes(self):                    ...   # deterministic transforms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def translator_agents(self): ...             # 3 specs (batch/cics/subroutine)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def reviewer_agents(self):  ...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async def build_translator_request(   ...   # per-unit prompt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    self, item, workdir, cfg, agent_bundles, ...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):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    def verify_unit(self, workdir, cfg):  ...   # mvn compile + dual-run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691640"/>
            <a:ext cx="3474720" cy="4572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691640"/>
            <a:ext cx="3474720" cy="41148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Why this 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94560"/>
            <a:ext cx="320040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Narrow surface area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&lt;20 hooks; most are optional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Conformance-tested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Platform ships a test suite every cartridge must pass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Drop-in and go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New cartridge = one directory;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``.env CARTRIDGE=&lt;id&gt;`` picks it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Isolated blast radius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 bug in one cartridge can't break others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2  ·  Cartridge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Discovery: turn a repo into an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Language adapters walk the tree, parse per-file, and emit KG nodes + unit IDs.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Language adapter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One adapter per source language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`.cbl` / `.cpy` → CobolAdapter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`.py` / `.ts` / `.java` / `.cs` → language-specific adapters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Parsing strategy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tree-sitter for structured AST where a grammar exists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Regex fallback for legacy formats (EXEC SQL / CICS / JCL)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Output: KG nodes + edges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Program, Section, Paragraph, Field, Record, File,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SqlBlock, TxnCall, ExternalCall, Dataset, Job, Step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Unit classification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 ``unit`` is the coherent translation target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(typically one Maven module per COBOL program,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one Azure Function per Lambda handler)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501487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What discovery produces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Inventory IR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list of ``UnitIR`` objects with files, imports,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language, handler entry point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Populated Knowledge Graph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All nodes + intra-unit edges (contains, references)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Warnings surface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Files the adapter couldn't parse flagged early —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never a silent drop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Ready for the grapher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Cartridge-specific ``grapher_hints()`` adds the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cross-unit edges (CALL graph, Lambda invocations,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SQL FK joins)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2  ·  Discovery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The Knowledge Graph: one queryable model of the 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Typed nodes + typed edges. Backed by NetworkX; rendered as DOT or Mermaid on demand.  Schema follows Fowler's CodeConcise pattern.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5014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3E6E"/>
                </a:solidFill>
                <a:latin typeface="Calibri"/>
              </a:rPr>
              <a:t>Node kinds  (structural artefacts)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5501487.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743"/>
                <a:gridCol w="2750744"/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Represents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One COBOL program / Lambda handler / etc.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section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COBOL SECTION or logical block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paragraph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COBOL paragraph / function /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field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Single data field (with PIC / type)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FD / 01-level record; group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file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Opened file (FD) or storage ref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sql_block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One EXEC SQL statement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txn_call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EXEC CICS / transaction invocation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external_call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CALL 'TARGET' / cross-module invocation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dataset_ref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JCL DD → physical dataset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job /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JCL job and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33007" y="1371600"/>
            <a:ext cx="55014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3E6E"/>
                </a:solidFill>
                <a:latin typeface="Calibri"/>
              </a:rPr>
              <a:t>Edge kinds  (relationships)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3007.5" y="1691640"/>
          <a:ext cx="5501487.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743"/>
                <a:gridCol w="2750744"/>
              </a:tblGrid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Connects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contains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parent → child (program → paragraph → field)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references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field → field (MOVE, COMPUTE)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program → sql_block / file  (CRUD: 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writes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program → sql_block / file  (CRUD: W)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caller program → callee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touches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job step → dataset  (JCL binding)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step_of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step → job  (JCL ordering)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redefines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field → field  (COBOL REDEFINES)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input_of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field → program  (LINKAGE, inbound)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output_of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field → program  (LINKAGE, outbound)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2  ·  Knowledge Graph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Comprehension: give the LLM structured understanding, not raw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Post-order DFS summaries + CRUD matrix + business spec = prompt payload that beats ``paste the whole file``.  Directly adapted from the Fowler / Thoughtworks CodeConcise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853123" cy="82296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KG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nodes + edges
from discovery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47483" y="202996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13243" y="1691640"/>
            <a:ext cx="1853123" cy="82296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Summariser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DFS post-order
per-paragraph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3526" y="202996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9286" y="1691640"/>
            <a:ext cx="1853123" cy="82296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CRUD Matrix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program × data
→ R / W / RW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59569" y="202996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25329" y="1691640"/>
            <a:ext cx="1853123" cy="82296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Seam Ranking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coupling score
(Thoughtworks)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15612" y="202996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81372" y="1691640"/>
            <a:ext cx="1853123" cy="82296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Business Spec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Purpose / IO /
Side effects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5501487" cy="3429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Summariser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83280"/>
            <a:ext cx="5227167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DFS post-order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Leaves first; parents consume child summaries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Cached by node hash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Re-running doesn't re-summarise unchanged paragraphs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Output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One paragraph per KG node: what it does, what it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reads/writes, its side effects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880360"/>
            <a:ext cx="5501487" cy="3429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2880360"/>
            <a:ext cx="5501487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Business spec (per unit)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383280"/>
            <a:ext cx="5227167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Purpose / Inputs / Outputs / Side effects / Invariants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Derived from KG + summaries; no hand-writing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Target-style aware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Batch units list datasets; subroutines list LINKAGE fields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CICS units list transaction maps + COMMAREA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Feeds the translator prompt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Not the raw COBOL — the interpreted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2  ·  Comprehension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Planning: topological waves from the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Dependencies in the KG drive parallelism. Callees ship before callers.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How waves are computed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Input: cross-unit edges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``grapher_hints()`` emits ``calls`` / ``references``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edges between UnitIR objects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Kahn's algorithm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Top-sort the unit DAG into waves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Each wave = units whose dependencies all shipped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Parallelism knob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``MAX_PARALLEL`` bounds fan-out per wave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Cheap units batch, expensive ones serialise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Ambiguity handling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``calls`` edges to units outside the inventory are dropped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Reported but don't block the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501487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Why this matters for LLM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Callees shipped first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When STMTGEN's translator runs, INTCALC's Java is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already on disk — we inline its real API into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STMTGEN's prompt (see cross-unit API injection)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No hallucinated signatures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Previous runs emitted stub classes with invented method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names; now the real signature is in the prompt verbatim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Early failures halt cheap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 callee that fails compilation stops its callers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from being attempted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Deterministic ordering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Same KG  →  same wave layout;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reproducibility for regression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2  ·  Planner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Unit worker: the per-unit retry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Same loop for every cartridge. Bounded retries, snapshot-rollback on regression.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460449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Recipes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deterministic
transforms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54809" y="200710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0569" y="1691640"/>
            <a:ext cx="1460449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Residuals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what recipes
couldn't fix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18178" y="200710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938" y="1691640"/>
            <a:ext cx="1460449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Translator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LLM agent
generates files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1547" y="200710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47307" y="1691640"/>
            <a:ext cx="1460449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Parser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fenced blocks
→ files on disk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44916" y="200710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10676" y="1691640"/>
            <a:ext cx="1460449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Verify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mvn compile +
dual-run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08285" y="2007108"/>
            <a:ext cx="228600" cy="146304"/>
          </a:xfrm>
          <a:prstGeom prst="rightArrow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74045" y="1691640"/>
            <a:ext cx="1460449" cy="777240"/>
          </a:xfrm>
          <a:prstGeom prst="rect">
            <a:avLst/>
          </a:prstGeom>
          <a:solidFill>
            <a:srgbClr val="F3F4F6"/>
          </a:solidFill>
          <a:ln w="1587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F3E6E"/>
                </a:solidFill>
                <a:latin typeface="Calibri"/>
              </a:rPr>
              <a:t>Reviewer</a:t>
            </a:r>
          </a:p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JSON verdict:
accept/revise/reject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11277295" cy="32918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11277295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Retry loop invariants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520440"/>
            <a:ext cx="11002975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Snapshot on every verify=pass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Workdir is frozen; next attempt can be rolled back to it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Reviewer downgrades to `revise` when verify passes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``The compiler is authoritative.`` A reviewer phantom-rejecting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 file it literally can see in the workdir listing is ignored.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Retry budget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``max_reviewer_retries`` (default 2); merge reviewer + verify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feedback into the next prompt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Regression triggers rollback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If attempt N compiled but attempt N+1 doesn't, restore the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snapshot from attempt N and accept the last-known-good output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Fail-hard guard rails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No ``pom.xml`` emitted after parsing → fail the unit,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don't pretend success.  The parser accepts 5 path-header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conventions (``path=`` inline, ``&lt;!-- --&gt;``, ``//``, ``#``, ``/*  */``).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2  ·  Unit worker loop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Agents: role-specific LLMs with bounded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One chat client per role. Role-keyed ``max_tokens`` so nothing gets truncated mid-class.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max_tokens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Output shape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translator-*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Emit the full target module (one prompt per target style: batch / cics / subroutine / lambda).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16000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fenced code blocks with path= headers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reviewer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JSON verdict (accept / revise / reject) + rule-slugged findings. Cartridge supplies a rule catalog in reviewer.md.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single JSON object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OWASP + secrets scan over emitted code. Read-only.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findings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tester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Execute tests (when runner is wired) and parse results.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results summary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617720"/>
            <a:ext cx="11277295" cy="1600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617720"/>
            <a:ext cx="11277295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Why separate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20640"/>
            <a:ext cx="110029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Different prompts, different temperature, different budgets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 reviewer on 16k tokens over-explains; a translator on 1k truncates.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Failure isolation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One agent crashing doesn't poison the others; result carries ``error`` and run continues.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Composability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Swap OpenAI → Anthropic → Ollama via ``LEGACY_MOD_PROVIDER``; agent code unchanged.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2  ·  Agent factory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Budget &amp; checkpoints: you can stop the run and know what it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Per-call token accounting + per-run USD cap + resumable checkpoints.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Budget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Per-call accounting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Every ``agent.run()`` reports input/output tokens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Tracker maps model → (USD_in / 1M tok, USD_out / 1M tok)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Halt on cap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``MAX_BUDGET_USD`` = hard cap; subsequent calls short-circuit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Unit result carries ``budget exhausted before &lt;tag&gt;``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By-model / by-role breakdown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Final log:  ``gpt-5.4: $0.4980 (17 calls, 90k in / 27k out)``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Per-role counts:  translator=3, reviewer=7, security=3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Cost report on disk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``cost_reports/&lt;run_id&gt;.json`` + append-only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``cost_log.jsonl``  (one line per run)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501487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Checkpoints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One per wave completion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``checkpoints/&lt;run_id&gt;.json`` captures inventory + wave state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+ per-unit status / verdict / tests / score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Resumable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 second invocation with the same ``REPO_ID`` can resume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from the last wave; already-succeeded units aren't re-run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Workdir snapshots (per-unit)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Every verify=pass snapshots the unit's ``src/`` tree;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regression rolls back to the latest snapshot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Audit-grade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Full reconstruction of every agent call, token count,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and cost for compliance + post-mortem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2  ·  Budget &amp; checkpoints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Cross-unit API injection: the callee's real Java in the caller's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Wave ordering + workdir introspection + explicit FQN directives.  Eliminates hallucinated stubs.  Informed by Anthropic's agentic-loop guidance.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501487" cy="4572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5227167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Step 1  ·  Grapher emits `calls` edges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``grapher_hints()`` walks the KG and reports every CALL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target that resolves to a unit in the inventory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Step 2  ·  Planner orders callees before callers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STMTGEN calls INTCALC  →  INTCALC lands in wave 1,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STMTGEN in wave 2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Step 3  ·  Translator injection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For every callee of the current unit, read its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``units/&lt;CALLEE&gt;/src/main/java/.../service/*.java``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and ``dto/*.java`` from disk and inline into the prompt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Step 4  ·  Explicit directive in header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  ``Inject as:  import com.example.intcalc.service.IntcalcService;``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  ``This OVERRIDES the generic 'ONE stub per CALL' rule.``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Size-bounded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``_MAX_CALLEE_API_BYTES = 40_000``; elides with a marker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so a giant callee can't blow the prompt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91640"/>
            <a:ext cx="5501487" cy="4572000"/>
          </a:xfrm>
          <a:prstGeom prst="rect">
            <a:avLst/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1783080"/>
            <a:ext cx="522716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 Already-migrated callee APIs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(ground truth — use verbatim)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### Callee `INTCALC` — migrated API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Inject as: `import com.example.intcalc.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  service.IntcalcService;`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→ field `private final IntcalcService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  intcalcService;`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#### `src/main/java/com/example/intcalc/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service/IntcalcService.java`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```java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@Service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public class IntcalcService {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public IntcalcResult calculateInterest(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BigDecimal balance, BigDecimal rate,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BigDecimal accrued, LnkStatus status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) { ... }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```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#### `.../dto/IntcalcResult.java`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```java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public record IntcalcResult(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BigDecimal interest, LnkStatus status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) {}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```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2  ·  Cross-unit API injection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3 — SAMPLE CARTRIDGE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AWS Lambda (polyglot) → Azure Functions (Python)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Pragmatic consolidation: five Lambda runtimes collapse onto one Azure Functions target.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Source: AWS Lambda 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Five handler languages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Python 3.x  ·  Node.js 20  ·  TypeScript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Java 17  ·  C# / .NET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Common shape, divergent idioms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``def handler(event, context)`` / ``exports.handler`` /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``public class Handler implements RequestHandler&lt;I,O&gt;``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Wired to the AWS ecosystem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``boto3`` / AWS SDK for JS / V2 / .NET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SAM templates + API Gateway + DynamoDB + S3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Tribal deployments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SAM YAML and serverless.yml side-by-side;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per-environment hand edits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501487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Target: Azure Functions (Python v2 model)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One runtime, one language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Python 3.11 Azure Functions v2 (decorator model)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``@app.function_name`` / ``@app.route`` / timer / queue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Azure ecosystem equivalents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``azure-storage-blob``  ←  S3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``azure-cosmos``  ←  DynamoDB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``azure-servicebus``  ←  SNS / SQS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Infra as code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SAM + serverless.yml mined for env/binding hints;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Bicep is a future step (out of scope for v1)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Correctness signal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Smoke-boot via Functions Core Tools + unit tests;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dual-run against captured Lambda invocations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3  ·  Cartridge scope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3 — SAMPLE CARTRIDGE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Recipes do the mechanical work; residuals go to the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Deterministic transforms shrink the prompt surface. The LLM only sees what static tools couldn't fix.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Deterministic recipes (per language adapter)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Python — libcst transformers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``BotoImportToAzureStub``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  boto3 import → azure-SDK stub + TODO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``HandlerShapeRewrite``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  ``def handler(event, context)`` → ``def main(req: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  func.HttpRequest) -&gt; func.HttpResponse``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Node / TypeScript — tree-sitter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``aws-sdk`` import rewriter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``exports.handler`` → ``@app.function_name`` binding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Java / C# — annotation rewrites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Handler class decoration → Azure Functions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attribute-driven runtime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SAM / serverless.yml — IaC ingest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Parses event bindings (API Gateway, S3, DynamoDB);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surfaces them as translator prompt hints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501487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Residuals: what's left for the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AWS imports the recipes couldn't stub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Third-party wrappers, custom libraries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Handler bodies with inline AWS calls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`boto3.resource('dynamodb')` mid-function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`s3.upload_file(..., StorageClass='GLACIER')`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Output shape mismatches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API Gateway proxy response envelope →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``func.HttpResponse`` body + status + headers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What the translator sees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Residuals markdown (what's unresolved),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plus the file's post-recipe text,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plus IaC binding hints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3  ·  Recipes &amp; residuals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3 — SAMPLE CARTRIDGE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Example: Python Lambda → Python Azure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Handler rewrite + boto3 stubbing + binding inference, then LLM-driven polish.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501487" cy="4572000"/>
          </a:xfrm>
          <a:prstGeom prst="rect">
            <a:avLst/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22716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# Source: AWS Lambda (Python)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import json, boto3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from decimal import Decimal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dynamo = boto3.resource("dynamodb")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table = dynamo.Table("Customers")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def handler(event, context):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customer_id = event["pathParameters"]["id"]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resp = table.get_item(Key={"id": customer_id})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item = resp.get("Item")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if not item: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return {"statusCode": 404,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        "body": "not found"}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return {"statusCode": 200,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    "body": json.dumps(item,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                       default=str)}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691640"/>
            <a:ext cx="5501487" cy="4572000"/>
          </a:xfrm>
          <a:prstGeom prst="rect">
            <a:avLst/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1783080"/>
            <a:ext cx="522716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# Target: Azure Functions v2 (Python)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import json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import azure.functions as func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from azure.cosmos import CosmosClient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app = func.FunctionApp()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client = CosmosClient.from_connection_string(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os.environ["COSMOS_CONN"]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container = client.get_database_client("app") \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          .get_container_client("Customers")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@app.function_name("get_customer")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@app.route(route="customers/{id}",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   methods=[func.HttpMethod.GET])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def main(req: func.HttpRequest) -&gt; func.HttpResponse: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customer_id = req.route_params.get("id")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try: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item = container.read_item(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    item=customer_id, partition_key=customer_id,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except CosmosResourceNotFoundError: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return func.HttpResponse("not found",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                         status_code=404)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return func.HttpResponse(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body=json.dumps(item, default=str),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status_code=200,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    mimetype="application/json",</a:t>
            </a:r>
          </a:p>
          <a:p>
            <a:pPr algn="l"/>
            <a:r>
              <a:rPr sz="950">
                <a:solidFill>
                  <a:srgbClr val="E5E7EB"/>
                </a:solidFill>
                <a:latin typeface="Menlo"/>
              </a:rPr>
              <a:t>  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Recipes handled the import + handler shape.  The LLM drove the DynamoDB→Cosmos mapping, route binding, and error translation.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3  ·  Before / after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3 — SAMPLE CARTRIDGE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Reviewer rules: AWS→Azure-specific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A subset of the cartridge's reviewer rule catalog. Each is machine-enforceable + error-level.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 slug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Fires when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aws-sdk-import-leaked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An `import boto3` / `aws-sdk` / `amazon.*` survives in the emitted code.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lambda-handler-shape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 function with signature `(event, context)` is emitted as the entry point.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missing-azure-function-binding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No `@app.function_name` / binding annotation on the handler.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cosmos-partition-key-missing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`container.read_item` / `delete_item` called without `partition_key`.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apigw-proxy-envelope-leaked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Return shape still has `statusCode` / `body` keys rather than `func.HttpResponse`.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connection-string-inline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Azure connection string / key embedded in source instead of `os.environ[...]`.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Menlo"/>
                        </a:rPr>
                        <a:t>dynamodb-decimal-residual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`decimal.Decimal` handling from the Lambda kept but Cosmos returns native JSON.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3  ·  Reviewer rules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COBOL + JCL + DB2 + CICS → Java 25 LTS / Spring Boot 4.0.5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The hard one: shape-shifting source, multiple target styles, and correctness you can prove.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Source: mainframe COBOL 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COBOL language features we handle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Fixed-format + free-format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REDEFINES, 88-level, OCCURS DEPENDING ON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COMP-3 / PACKED-DECIMAL, PIC with S, V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Copybook (`.cpy`) expansion + grouping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Batch &amp; transactional contexts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JCL: jobs, steps, DD cards → datasets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EXEC SQL (DB2) blocks — CRUD classification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EXEC CICS — COMMAREA, maps, transaction IDs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Inter-program coupling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`CALL 'TARGET' USING …` — cross-unit CALL graph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LINKAGE SECTION shapes the public method signature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501487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Target: Java 25 LTS + Spring Boot 4.0.5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Three target styles, one per program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batch       → Spring Batch (Job + Tasklets + Readers + Writers)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cics        → Spring MVC (REST endpoint per tx)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subroutine  → @Service (LINKAGE → method signature)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Modern Java idioms, mandatory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``record`` DTOs, sealed interfaces, pattern switch,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text blocks for SQL, BigDecimal + MathContext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Compile-gated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``mvn compile`` must succeed before the unit is accepted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Parallel dual-run gate for equivalence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Toolchain pinned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`&lt;java.version&gt;25&lt;/java.version&gt;` +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`spring-boot-starter-parent 4.0.5`  (reviewer-enforced)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4  ·  Scope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COBOL adapter: structure-preserving parse, then KG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tree-sitter + regex fallback. REDEFINES / 88-levels / OCCURS are first-class KG citizens.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7295" cy="4572000"/>
          </a:xfrm>
          <a:prstGeom prst="rect">
            <a:avLst/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10029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adapters/cobol.py — what lands in the KG per field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------------------------------------------------------------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01  CUSTOMER-REC.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05  CUST-ID        PIC 9(10).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05  CUST-BAL       PIC S9(13)V9(2) COMP-3.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05  CUST-STATUS    PIC X(1).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    88  ACTIVE     VALUE 'A'.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    88  CLOSED     VALUE 'C'.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05  CUST-SSN-RAW   PIC 9(9).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05  CUST-SSN-FMT   REDEFINES CUST-SSN-RAW PIC X(11).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KG nodes: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field:CUSTOMER-REC          kind=field (group, parent)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field:CUST-ID               kind=field  pic=9(10)         numeric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field:CUST-BAL              kind=field  pic=S9(13)V9(2)   packed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                        scale=2  mathcontext=required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field:CUST-STATUS           kind=field  pic=X(1)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(conditional) ACTIVE  = 'A'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(conditional) CLOSED  = 'C'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field:CUST-SSN-RAW          kind=field  pic=9(9)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field:CUST-SSN-FMT          kind=field  pic=X(11)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--redefines--&gt; field:CUST-SSN-RAW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Callable subroutines: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`PROCEDURE DIVISION USING LNK-BALANCE LNK-RATE ...`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→ field:LNK-BALANCE  --input_of--&gt; program:INTCALC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→ field:LNK-RATE     --input_of--&gt; program:INTCALC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4  ·  COBOL adapter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Target-style classifier: one prompt per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Signals from the KG decide whether a program becomes a Batch Job, a CICS REST controller, or a Service bean.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Target style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Signals that pick it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Generated shape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Translator prompt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enlo"/>
                        </a:rPr>
                        <a:t>cics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≥1 `txn_call` descendants (EXEC CICS). Wins over batch if both apply.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Spring MVC `@RestController` + `@Service` + JPA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translator_cics.md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enlo"/>
                        </a:rPr>
                        <a:t>subroutine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`PROCEDURE DIVISION USING …` present (LINKAGE). No JCL wrapper, no CICS.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`@Service` bean; LINKAGE → public method signature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translator_subroutine.md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enlo"/>
                        </a:rPr>
                        <a:t>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`step_of` edge from a JCL step to the program. No LINKAGE, no CICS.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Spring Batch `@Configuration` with Job + Tasklets + Readers + Writers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translator_batch.md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892040"/>
            <a:ext cx="11277295" cy="13716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892040"/>
            <a:ext cx="11277295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Why the split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94960"/>
            <a:ext cx="1100297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Different deliverables per style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Batch must emit no `@RestController`; CICS must emit no `Job` / `Tasklet`;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subroutine must emit no `Main` that runs on startup. The translator prompt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enforces these as DO NOT rules; the reviewer has a `wrong-target-style` rule.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4  ·  Target-style classifier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KG example: the pilot corpus (CUSTINQ / INTCALC / STMTGEN)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Three programs, three target styles, one CALL edge that shapes wave ordering.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327" y="1691640"/>
            <a:ext cx="3291840" cy="1645920"/>
          </a:xfrm>
          <a:prstGeom prst="rect">
            <a:avLst/>
          </a:prstGeom>
          <a:solidFill>
            <a:srgbClr val="F3F4F6"/>
          </a:solidFill>
          <a:ln w="25400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1E7AB8"/>
                </a:solidFill>
                <a:latin typeface="Menlo"/>
              </a:rPr>
              <a:t>CUSTINQ</a:t>
            </a:r>
          </a:p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target style: cics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EXEC CICS RECEIVE / SEND
EXEC SQL SELECT  ←  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9927" y="1691640"/>
            <a:ext cx="3291840" cy="1645920"/>
          </a:xfrm>
          <a:prstGeom prst="rect">
            <a:avLst/>
          </a:prstGeom>
          <a:solidFill>
            <a:srgbClr val="F3F4F6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16A34A"/>
                </a:solidFill>
                <a:latin typeface="Menlo"/>
              </a:rPr>
              <a:t>INTCALC</a:t>
            </a:r>
          </a:p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target style: subroutine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LINKAGE SECTION
BigDecimal interest calc</a:t>
            </a:r>
          </a:p>
        </p:txBody>
      </p:sp>
      <p:sp>
        <p:nvSpPr>
          <p:cNvPr id="8" name="Rectangle 7"/>
          <p:cNvSpPr/>
          <p:nvPr/>
        </p:nvSpPr>
        <p:spPr>
          <a:xfrm>
            <a:off x="8107527" y="1691640"/>
            <a:ext cx="3291840" cy="1645920"/>
          </a:xfrm>
          <a:prstGeom prst="rect">
            <a:avLst/>
          </a:prstGeom>
          <a:solidFill>
            <a:srgbClr val="F3F4F6"/>
          </a:solidFill>
          <a:ln w="25400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0F3E6E"/>
                </a:solidFill>
                <a:latin typeface="Menlo"/>
              </a:rPr>
              <a:t>STMTGEN</a:t>
            </a:r>
          </a:p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target style: batch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JCL step STEP010
Reads CUST-MASTER  →  STMT-OUT
CALL 'INTCALC'  on each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F3E6E"/>
                </a:solidFill>
                <a:latin typeface="Menlo"/>
              </a:rPr>
              <a:t>STMTGEN  —calls→  INTCALC      (grapher_hints emits this; planner schedules INTCALC in wave 1, STMTGEN in wave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11277295" cy="17373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1277295" cy="41148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CRUD matrix (program × data asset)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74920"/>
            <a:ext cx="1100297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Customer table (DB2)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CUSTINQ = R       STMTGEN = R       INTCALC = —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CUST-MASTER  /  STMT-OUT (flat files via JCL DD)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STMTGEN = R       STMTGEN = W       CUSTINQ = —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Derived seam ranking (Thoughtworks methodology)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CUSTINQ + Customer  →  strong-cohesion candidate for REST API slice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STMTGEN + CUST-MASTER / STMT-OUT  →  batch pipeline, isolated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4  ·  KG example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Business spec: what the LLM actually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Deterministic render from the KG + summaries. Per-unit, target-style aware.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7295" cy="4572000"/>
          </a:xfrm>
          <a:prstGeom prst="rect">
            <a:avLst/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10029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# Business spec — STMTGEN  (target style: batch)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## Purpose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Generate the monthly customer statement file. For every record in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CUST-MASTER, compute accrued interest via CALL 'INTCALC' and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write one STMT-OUT record per customer.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## Inputs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- File CUST-MASTER  (FD CUST-MASTER; DD CUSTIN on PROD.CUST.MASTER)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- DB2 table CUSTOMER (EXEC SQL SELECT balance, rate, accrued INTO ...)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## Outputs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- File STMT-OUT     (FD STMT-OUT; DD STMTOUT on PROD.STMT.DAILY)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- DB2 table STATEMENT_HISTORY (INSERT)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## Side effects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- CALL 'INTCALC' USING LNK-BALANCE LNK-RATE LNK-INTEREST LNK-STATUS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## Key invariants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- Every input customer produces exactly one output STMT-OUT record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- Interest calculation uses MathContext(18, HALF_UP) scale=2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- ABEND on negative balance: LNK-STATUS='N' propagates to exit code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## Data dictionary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| Field         | PIC           | Java type   | Notes                          |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| CUST-ID       | 9(10)         | Long        | primary key                    |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| CUST-BAL      | S9(13)V9(2)   | BigDecimal  | packed; scale=2                |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| CUST-RATE     | S9(1)V9(9)    | BigDecimal  | packed; scale=9, range [0,1]   |</a:t>
            </a:r>
          </a:p>
          <a:p>
            <a:pPr algn="l"/>
            <a:r>
              <a:rPr sz="1050">
                <a:solidFill>
                  <a:srgbClr val="E5E7EB"/>
                </a:solidFill>
                <a:latin typeface="Menlo"/>
              </a:rPr>
              <a:t>| CUST-STATUS   | X(1)          | enum        | conditionals ACTIVE/CLOSED     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4  ·  Business spec rendering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Translator prompt: structure, not verbosity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One prompt per target style. Pre-computed Java naming removes an entire class of LLM errors.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What every translator prompt includes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Pre-computed Java naming block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Exact package, class_base, file paths per deliverable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Translator can't mis-capitalise ``CustinqService`` again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Style-specific deliverables list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What MUST be emitted + what MUST NOT (DO NOT rules)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pom.xml contract — toolchain pinned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`&lt;java.version&gt;25&lt;/java.version&gt;` only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`spring-boot-starter-parent 4.0.5`  (Spring Framework 7)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DTO-as-record mandate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`public record FooDto(...) {}` — eliminates twin-DTO class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Cross-file consistency rules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No twin-record DTO, no sealed-without-implements,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no duplicate external stub, no `javax.*` imports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501487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Cross-unit injection block (when callees exist)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Appended after the base prompt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Read callee's already-emitted service + DTOs from disk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Inline verbatim with explicit `import &lt;FQN&gt;` directive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Overrides the generic ``ONE stub per CALL`` rule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For callees in the injection block → ZERO stubs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Re-declaring them is the `duplicate-external-stub` finding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Reviewer backs this up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`cross-module-reimplementation` rule (in roadmap) greps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for the callee's class names in sub-packages of the caller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Size-bounded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40 KB ceiling with elision marker when exceeded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4  ·  Translator prompt strategy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Reviewer catalog (abbreviated)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Every rule has a slug, severity, and verdict. The retry loop merges findings into the next translator prompt.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Slug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catches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bigdecimal-no-mathcontext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BigDecimal arithmetic without explicit MathContext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primitive-float-for-numeric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double/float used for fields sourced from COMP-3 / PIC 9…V9…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linkage-signature-mismatch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structural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Subroutine's public method doesn't match LINKAGE order/types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missing-required-deliverable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structural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pom.xml / Application / ContextLoadTest / yml / README absent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undefined-class-reference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cross-file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A type used in one file is never defined in any emitted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undefined-method-reference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cross-file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A method call on an injected service that isn't declared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twin-record-dto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cross-file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Both `Foo` and `FooRecord` emitted in the same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sealed-permits-without-implements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cross-file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`sealed interface X permits A, B` with A/B not implementing 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duplicate-external-stub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cross-file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Multiple service-shaped classes for one COBOL CALL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spring-batch-api-mismatch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ExecutionContext.putBoolean(...), wrong Tasklet return shape, etc.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java-version-below-25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toolchain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pom.xml declares `&lt;java.version&gt;` below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spring-boot-parent-below-4.0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toolchain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`spring-boot-starter-parent` version is 3.x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javax-import-on-jakarta-runtime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toolchain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Any `import javax.*` (should be `jakarta.*` under Spring Boot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sql-concatenated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String-concatenated SQL instead of named `@Query` parameters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field-injection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`@Autowired` field or bare field assignment — must be constructor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Menlo"/>
                        </a:rPr>
                        <a:t>hardcoded-config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Connection strings / secrets inline instead of `application.yml` / env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4  ·  Reviewer catalog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Pilot run on the CUSTINQ / INTCALC / STMTGEN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Latest end-to-end run on the three-program pilot with OpenAI gpt-5.4 and cross-unit API injection enabled.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547" y="1691640"/>
            <a:ext cx="2743200" cy="1280160"/>
          </a:xfrm>
          <a:prstGeom prst="rect">
            <a:avLst/>
          </a:prstGeom>
          <a:solidFill>
            <a:srgbClr val="F3F4F6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16A34A"/>
                </a:solidFill>
                <a:latin typeface="Calibri"/>
              </a:rPr>
              <a:t>3 / 3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programs succeeded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8347" y="1691640"/>
            <a:ext cx="2743200" cy="1280160"/>
          </a:xfrm>
          <a:prstGeom prst="rect">
            <a:avLst/>
          </a:prstGeom>
          <a:solidFill>
            <a:srgbClr val="F3F4F6"/>
          </a:solidFill>
          <a:ln w="25400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1E7AB8"/>
                </a:solidFill>
                <a:latin typeface="Calibri"/>
              </a:rPr>
              <a:t>4m 57s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total wall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1691640"/>
            <a:ext cx="2743200" cy="1280160"/>
          </a:xfrm>
          <a:prstGeom prst="rect">
            <a:avLst/>
          </a:prstGeom>
          <a:solidFill>
            <a:srgbClr val="F3F4F6"/>
          </a:solidFill>
          <a:ln w="25400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0F3E6E"/>
                </a:solidFill>
                <a:latin typeface="Calibri"/>
              </a:rPr>
              <a:t>$0.4980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LLM cost /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1947" y="1691640"/>
            <a:ext cx="2743200" cy="1280160"/>
          </a:xfrm>
          <a:prstGeom prst="rect">
            <a:avLst/>
          </a:prstGeom>
          <a:solidFill>
            <a:srgbClr val="F3F4F6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16A34A"/>
                </a:solidFill>
                <a:latin typeface="Calibri"/>
              </a:rPr>
              <a:t>288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tests passing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4612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Target style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Java files emitted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mvn compile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Reviewer verdict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0F3E6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Menlo"/>
                        </a:rPr>
                        <a:t>CUSTINQ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BUILD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$0.0695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Menlo"/>
                        </a:rPr>
                        <a:t>INTCALC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subroutine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BUILD SUCCESS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$0.1180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Menlo"/>
                        </a:rPr>
                        <a:t>STMTGEN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BUILD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$0.3106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4  ·  Pilot results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5 — VALIDATION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Validation: compile gate + dual-run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Static type-checking catches hallucinations. Behavioural equivalence catches everything else.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01487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Compile gate (fast, cheap)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`mvn compile` per unit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Runs after every translator attempt + every retry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stderr tail fed back into the next retry as feedback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Verify feedback merged into prompt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`verify_feedback.md` lives in the unit's workdir;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reviewer findings + compiler errors combine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Halt if never green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After `max_reviewer_retries` failed attempts the unit is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marked `failed` and the next wave skips its dependents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In production runs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3 / 3 units compile clean on pilot corpus;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`BUILD SUCCESS` is the minimum acceptance bar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554480"/>
            <a:ext cx="5501487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501487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Dual-run harness (when fixtures exist)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057400"/>
            <a:ext cx="522716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GnuCOBOL  ×  JVM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Record golden fixtures by replaying prod inputs through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a GnuCOBOL-compiled binary; canonicalise outputs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Tolerance model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COBOL-aware: rounding, packed-decimal drift,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timestamp normalisation, SQL row-order tolerance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Verdict states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PASS / MINOR_DRIFT / FAIL; MINOR_DRIFT surfaces diffs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without blocking the unit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Harness is pluggable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`Runner` ABC; any cartridge can plug a dual-run runner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(`SubprocessRunner` is the reference impl)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5  ·  Validation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5 — VALIDATION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Roadmap: where the platform is heading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Near-term hardening + the next two cartridges.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576218" cy="44805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576218" cy="411480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Near-term (platform)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30189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Per-request LLM timeout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Prevent the 24-min Anthropic retry-storm hang we saw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in one pilot run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`cross-module-reimplementation` reviewer rule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Close the sub-package loophole the LLM used to evade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`duplicate-external-stub`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GnuCOBOL dual-run wiring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Record fixtures + enable default dual-run gate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for the COBOL cartridge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CI on every cartridge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Matrix build per cartridge against a representative corpus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91640"/>
            <a:ext cx="3576218" cy="44805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7738" y="1691640"/>
            <a:ext cx="3576218" cy="41148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Near-term (COBOL cartridge)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4898" y="2194560"/>
            <a:ext cx="330189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Multi-module Maven support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Today each unit is a self-contained module.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Produce a parent POM so callees are real classpath deps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Scale-up from 3 → AWS Card Demo (~40 programs)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Validate wave parallelism at real size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CICS COMMAREA / BMS map parser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Richer input for CICS target style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Copybook scope analysis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Detect + refactor copybook fan-out patterns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8276" y="1691640"/>
            <a:ext cx="3576218" cy="44805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8276" y="1691640"/>
            <a:ext cx="3576218" cy="41148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 cartridges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5436" y="2194560"/>
            <a:ext cx="330189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Legacy .NET Framework → .NET 9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WCF + Remoting → modern WebApi + gRPC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PL/SQL → Postgres + pg_plsql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Oracle stored-procs as first-class migration target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VB6 → .NET / React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Form-shape lift with explicit validation carry-over</a:t>
            </a:r>
          </a:p>
          <a:p>
            <a:pPr/>
            <a:r>
              <a:rPr sz="1100" b="1">
                <a:solidFill>
                  <a:srgbClr val="1A1A1A"/>
                </a:solidFill>
                <a:latin typeface="Calibri"/>
              </a:rPr>
              <a:t>• Spring Boot 2.x → Spring Boot 4.0.5</a:t>
            </a:r>
          </a:p>
          <a:p>
            <a:pPr lvl="1"/>
            <a:r>
              <a:rPr sz="1000" b="0" i="0">
                <a:solidFill>
                  <a:srgbClr val="6B7280"/>
                </a:solidFill>
                <a:latin typeface="Calibri"/>
              </a:rPr>
              <a:t>In-ecosystem uplift; Jakarta rename + deprecated API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5  ·  Roadmap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B8"/>
                </a:solidFill>
                <a:latin typeface="Calibri"/>
              </a:rPr>
              <a:t>PART 5 — VALIDATION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3E6E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Sources of record for every influence called out in this deck.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7295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09728" cy="1078992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91153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3E6E"/>
                </a:solidFill>
                <a:latin typeface="Calibri"/>
              </a:rPr>
              <a:t>Martin Fowler — Legacy Modernization meets Generative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E7AB8"/>
                </a:solidFill>
                <a:latin typeface="Menlo"/>
              </a:rPr>
              <a:t>martinfowler.com, Lilly Ryan, Shodhan Sheth, et al.   ·   https://martinfowler.com/articles/legacy-modernization-gen-ai.html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Our direct blueprint for the KG + post-order DFS summariser + business-spec rendering.  The CRUD matrix and seam-ranking approach carry through verbatim.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43784"/>
            <a:ext cx="11277295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43784"/>
            <a:ext cx="109728" cy="1078992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1091153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3E6E"/>
                </a:solidFill>
                <a:latin typeface="Calibri"/>
              </a:rPr>
              <a:t>Thoughtworks — Claude Code for COBOL Modernization: a reality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9544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E7AB8"/>
                </a:solidFill>
                <a:latin typeface="Menlo"/>
              </a:rPr>
              <a:t>thoughtworks.com/insights (2025)   ·   https://www.thoughtworks.com/en-gb/insights/articles/claude-code-cobol-modernization-reality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83864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Grounds the design in real-world agentic runs on mainframe corpora.  Shaped our target-style split (batch / CICS / subroutine), our insistence on mvn compile as the acceptance gate, and the structured-spec-over-raw-code prompt discipline.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95928"/>
            <a:ext cx="11277295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95928"/>
            <a:ext cx="109728" cy="1078992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87368"/>
            <a:ext cx="1091153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3E6E"/>
                </a:solidFill>
                <a:latin typeface="Calibri"/>
              </a:rPr>
              <a:t>Anthropic — How AI helps break the cost barrier for COBOL modernization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61688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E7AB8"/>
                </a:solidFill>
                <a:latin typeface="Menlo"/>
              </a:rPr>
              <a:t>claude.com/blog   ·   https://claude.com/blog/how-ai-helps-break-cost-barrier-cobol-modernization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36008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The cost-per-program narrative and the agentic-retry-loop pattern.  Our BudgetTracker + MAX_BUDGET_USD + per-model accounting trace directly to this reference.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48072"/>
            <a:ext cx="11277295" cy="1078992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148072"/>
            <a:ext cx="109728" cy="1078992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39512"/>
            <a:ext cx="1091153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3E6E"/>
                </a:solidFill>
                <a:latin typeface="Calibri"/>
              </a:rPr>
              <a:t>Fowler canon — Refactoring  ·  Feathers — Working Effectively with Legacy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13832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E7AB8"/>
                </a:solidFill>
                <a:latin typeface="Menlo"/>
              </a:rPr>
              <a:t>martinfowler.com  ·  O'Reilly   ·   https://martinfowler.com/books/refactoring.html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88152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Seams, characterisation tests, avoid-premature-abstraction.  Foundations behind the cartridge isolation model and the dual-run harness.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Part 5  ·  References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E6E"/>
          </a:solidFill>
          <a:ln w="9525">
            <a:solidFill>
              <a:srgbClr val="0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1E7AB8"/>
          </a:solidFill>
          <a:ln w="9525">
            <a:solidFill>
              <a:srgbClr val="1E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BBD0E6"/>
                </a:solidFill>
                <a:latin typeface="Calibri"/>
              </a:rPr>
              <a:t>THE PLATFORM IN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Parse deterministically,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translate with LLMs,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review by rules,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validate by compilation and dual-run.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BBD0E6"/>
                </a:solidFill>
                <a:latin typeface="Calibri"/>
              </a:rPr>
              <a:t>Two cartridges in, many more to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BBD0E6"/>
                </a:solidFill>
                <a:latin typeface="Calibri"/>
              </a:rPr>
              <a:t>Legacy Modernization Platform  ·  Design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